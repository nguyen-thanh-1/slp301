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1"/>
  </p:notesMasterIdLst>
  <p:handoutMasterIdLst>
    <p:handoutMasterId r:id="rId42"/>
  </p:handoutMasterIdLst>
  <p:sldIdLst>
    <p:sldId id="256" r:id="rId2"/>
    <p:sldId id="363" r:id="rId3"/>
    <p:sldId id="376" r:id="rId4"/>
    <p:sldId id="423" r:id="rId5"/>
    <p:sldId id="427" r:id="rId6"/>
    <p:sldId id="428" r:id="rId7"/>
    <p:sldId id="429" r:id="rId8"/>
    <p:sldId id="430" r:id="rId9"/>
    <p:sldId id="431" r:id="rId10"/>
    <p:sldId id="453" r:id="rId11"/>
    <p:sldId id="455" r:id="rId12"/>
    <p:sldId id="459" r:id="rId13"/>
    <p:sldId id="457" r:id="rId14"/>
    <p:sldId id="458" r:id="rId15"/>
    <p:sldId id="424" r:id="rId16"/>
    <p:sldId id="432" r:id="rId17"/>
    <p:sldId id="433" r:id="rId18"/>
    <p:sldId id="434" r:id="rId19"/>
    <p:sldId id="435" r:id="rId20"/>
    <p:sldId id="436" r:id="rId21"/>
    <p:sldId id="437" r:id="rId22"/>
    <p:sldId id="438" r:id="rId23"/>
    <p:sldId id="425" r:id="rId24"/>
    <p:sldId id="439" r:id="rId25"/>
    <p:sldId id="440" r:id="rId26"/>
    <p:sldId id="441" r:id="rId27"/>
    <p:sldId id="442" r:id="rId28"/>
    <p:sldId id="443" r:id="rId29"/>
    <p:sldId id="444" r:id="rId30"/>
    <p:sldId id="426" r:id="rId31"/>
    <p:sldId id="445" r:id="rId32"/>
    <p:sldId id="446" r:id="rId33"/>
    <p:sldId id="447" r:id="rId34"/>
    <p:sldId id="448" r:id="rId35"/>
    <p:sldId id="449" r:id="rId36"/>
    <p:sldId id="450" r:id="rId37"/>
    <p:sldId id="451" r:id="rId38"/>
    <p:sldId id="452" r:id="rId39"/>
    <p:sldId id="347" r:id="rId40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B2B"/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751"/>
  </p:normalViewPr>
  <p:slideViewPr>
    <p:cSldViewPr>
      <p:cViewPr varScale="1">
        <p:scale>
          <a:sx n="88" d="100"/>
          <a:sy n="88" d="100"/>
        </p:scale>
        <p:origin x="28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331E81-069E-47AE-BF92-D4F1A4B79D1C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B0345F-019E-4BF3-8133-4319BB098788}">
      <dgm:prSet phldrT="[Text]"/>
      <dgm:spPr/>
      <dgm:t>
        <a:bodyPr/>
        <a:lstStyle/>
        <a:p>
          <a:r>
            <a:rPr lang="en-US" b="1"/>
            <a:t>Conceptualization</a:t>
          </a:r>
          <a:endParaRPr lang="en-US"/>
        </a:p>
      </dgm:t>
    </dgm:pt>
    <dgm:pt modelId="{03760EF0-05D6-4624-ACBC-7C34AD6B16E0}" type="parTrans" cxnId="{E2116F1D-659C-4775-AD26-D3A0FF8A3A30}">
      <dgm:prSet/>
      <dgm:spPr/>
      <dgm:t>
        <a:bodyPr/>
        <a:lstStyle/>
        <a:p>
          <a:endParaRPr lang="en-US"/>
        </a:p>
      </dgm:t>
    </dgm:pt>
    <dgm:pt modelId="{F4841F71-CEA9-439B-B10D-F8D0530DD05D}" type="sibTrans" cxnId="{E2116F1D-659C-4775-AD26-D3A0FF8A3A30}">
      <dgm:prSet/>
      <dgm:spPr/>
      <dgm:t>
        <a:bodyPr/>
        <a:lstStyle/>
        <a:p>
          <a:endParaRPr lang="en-US"/>
        </a:p>
      </dgm:t>
    </dgm:pt>
    <dgm:pt modelId="{1EED69BA-8824-42E2-BD6B-F85D42408D5D}">
      <dgm:prSet phldrT="[Text]"/>
      <dgm:spPr/>
      <dgm:t>
        <a:bodyPr/>
        <a:lstStyle/>
        <a:p>
          <a:r>
            <a:rPr lang="en-US" b="1"/>
            <a:t>Motor Planning</a:t>
          </a:r>
          <a:endParaRPr lang="en-US"/>
        </a:p>
      </dgm:t>
    </dgm:pt>
    <dgm:pt modelId="{62A719A0-3CD2-436A-BC44-B280AE5CBEE3}" type="parTrans" cxnId="{AEDB473E-3C38-484D-92DF-B88D553A1970}">
      <dgm:prSet/>
      <dgm:spPr/>
      <dgm:t>
        <a:bodyPr/>
        <a:lstStyle/>
        <a:p>
          <a:endParaRPr lang="en-US"/>
        </a:p>
      </dgm:t>
    </dgm:pt>
    <dgm:pt modelId="{8764CC02-9E6D-4379-ADC7-5D7B620F9AA4}" type="sibTrans" cxnId="{AEDB473E-3C38-484D-92DF-B88D553A1970}">
      <dgm:prSet/>
      <dgm:spPr/>
      <dgm:t>
        <a:bodyPr/>
        <a:lstStyle/>
        <a:p>
          <a:endParaRPr lang="en-US"/>
        </a:p>
      </dgm:t>
    </dgm:pt>
    <dgm:pt modelId="{DC52C0DA-B4EC-4E19-96C5-A226615DECA6}">
      <dgm:prSet phldrT="[Text]"/>
      <dgm:spPr/>
      <dgm:t>
        <a:bodyPr/>
        <a:lstStyle/>
        <a:p>
          <a:r>
            <a:rPr lang="en-US" b="1"/>
            <a:t>Articulation</a:t>
          </a:r>
          <a:endParaRPr lang="en-US"/>
        </a:p>
      </dgm:t>
    </dgm:pt>
    <dgm:pt modelId="{A6DB991B-94DE-44E6-8FF0-4CE02E4E0992}" type="parTrans" cxnId="{87A36D30-2B3D-4573-9068-C281DA5EB8E3}">
      <dgm:prSet/>
      <dgm:spPr/>
      <dgm:t>
        <a:bodyPr/>
        <a:lstStyle/>
        <a:p>
          <a:endParaRPr lang="en-US"/>
        </a:p>
      </dgm:t>
    </dgm:pt>
    <dgm:pt modelId="{6DDB2BD6-3362-4313-BB0E-339C8DC492F4}" type="sibTrans" cxnId="{87A36D30-2B3D-4573-9068-C281DA5EB8E3}">
      <dgm:prSet/>
      <dgm:spPr/>
      <dgm:t>
        <a:bodyPr/>
        <a:lstStyle/>
        <a:p>
          <a:endParaRPr lang="en-US"/>
        </a:p>
      </dgm:t>
    </dgm:pt>
    <dgm:pt modelId="{551BDB0E-BA71-4494-8C6C-9BC88AC724C2}" type="pres">
      <dgm:prSet presAssocID="{BF331E81-069E-47AE-BF92-D4F1A4B79D1C}" presName="outerComposite" presStyleCnt="0">
        <dgm:presLayoutVars>
          <dgm:chMax val="5"/>
          <dgm:dir/>
          <dgm:resizeHandles val="exact"/>
        </dgm:presLayoutVars>
      </dgm:prSet>
      <dgm:spPr/>
    </dgm:pt>
    <dgm:pt modelId="{AA3E602F-876E-45C0-9F21-5A7F0F13CA4E}" type="pres">
      <dgm:prSet presAssocID="{BF331E81-069E-47AE-BF92-D4F1A4B79D1C}" presName="dummyMaxCanvas" presStyleCnt="0">
        <dgm:presLayoutVars/>
      </dgm:prSet>
      <dgm:spPr/>
    </dgm:pt>
    <dgm:pt modelId="{8384C900-34C6-4DBB-9DC3-BD549A27E3D0}" type="pres">
      <dgm:prSet presAssocID="{BF331E81-069E-47AE-BF92-D4F1A4B79D1C}" presName="ThreeNodes_1" presStyleLbl="node1" presStyleIdx="0" presStyleCnt="3">
        <dgm:presLayoutVars>
          <dgm:bulletEnabled val="1"/>
        </dgm:presLayoutVars>
      </dgm:prSet>
      <dgm:spPr/>
    </dgm:pt>
    <dgm:pt modelId="{D7E62CF1-A9F8-46C2-8FDE-D96FC504972C}" type="pres">
      <dgm:prSet presAssocID="{BF331E81-069E-47AE-BF92-D4F1A4B79D1C}" presName="ThreeNodes_2" presStyleLbl="node1" presStyleIdx="1" presStyleCnt="3">
        <dgm:presLayoutVars>
          <dgm:bulletEnabled val="1"/>
        </dgm:presLayoutVars>
      </dgm:prSet>
      <dgm:spPr/>
    </dgm:pt>
    <dgm:pt modelId="{B884F083-7093-42A0-9A15-8E99B41EF173}" type="pres">
      <dgm:prSet presAssocID="{BF331E81-069E-47AE-BF92-D4F1A4B79D1C}" presName="ThreeNodes_3" presStyleLbl="node1" presStyleIdx="2" presStyleCnt="3">
        <dgm:presLayoutVars>
          <dgm:bulletEnabled val="1"/>
        </dgm:presLayoutVars>
      </dgm:prSet>
      <dgm:spPr/>
    </dgm:pt>
    <dgm:pt modelId="{069DB072-7841-4794-9C79-2CF5AC98672A}" type="pres">
      <dgm:prSet presAssocID="{BF331E81-069E-47AE-BF92-D4F1A4B79D1C}" presName="ThreeConn_1-2" presStyleLbl="fgAccFollowNode1" presStyleIdx="0" presStyleCnt="2">
        <dgm:presLayoutVars>
          <dgm:bulletEnabled val="1"/>
        </dgm:presLayoutVars>
      </dgm:prSet>
      <dgm:spPr/>
    </dgm:pt>
    <dgm:pt modelId="{6534F6AE-4C7C-4E04-A7FC-3F911E23C824}" type="pres">
      <dgm:prSet presAssocID="{BF331E81-069E-47AE-BF92-D4F1A4B79D1C}" presName="ThreeConn_2-3" presStyleLbl="fgAccFollowNode1" presStyleIdx="1" presStyleCnt="2">
        <dgm:presLayoutVars>
          <dgm:bulletEnabled val="1"/>
        </dgm:presLayoutVars>
      </dgm:prSet>
      <dgm:spPr/>
    </dgm:pt>
    <dgm:pt modelId="{F937F35B-AAE8-4F53-9F12-9DF1F8BD5B8A}" type="pres">
      <dgm:prSet presAssocID="{BF331E81-069E-47AE-BF92-D4F1A4B79D1C}" presName="ThreeNodes_1_text" presStyleLbl="node1" presStyleIdx="2" presStyleCnt="3">
        <dgm:presLayoutVars>
          <dgm:bulletEnabled val="1"/>
        </dgm:presLayoutVars>
      </dgm:prSet>
      <dgm:spPr/>
    </dgm:pt>
    <dgm:pt modelId="{FF9C4D5C-F0B1-4C4A-AAB9-D176470480E8}" type="pres">
      <dgm:prSet presAssocID="{BF331E81-069E-47AE-BF92-D4F1A4B79D1C}" presName="ThreeNodes_2_text" presStyleLbl="node1" presStyleIdx="2" presStyleCnt="3">
        <dgm:presLayoutVars>
          <dgm:bulletEnabled val="1"/>
        </dgm:presLayoutVars>
      </dgm:prSet>
      <dgm:spPr/>
    </dgm:pt>
    <dgm:pt modelId="{429BFE17-1AD6-40C3-964E-0AFF3291F30D}" type="pres">
      <dgm:prSet presAssocID="{BF331E81-069E-47AE-BF92-D4F1A4B79D1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4E2A116-E08E-420C-9C69-E379957BBA03}" type="presOf" srcId="{BF331E81-069E-47AE-BF92-D4F1A4B79D1C}" destId="{551BDB0E-BA71-4494-8C6C-9BC88AC724C2}" srcOrd="0" destOrd="0" presId="urn:microsoft.com/office/officeart/2005/8/layout/vProcess5"/>
    <dgm:cxn modelId="{E2116F1D-659C-4775-AD26-D3A0FF8A3A30}" srcId="{BF331E81-069E-47AE-BF92-D4F1A4B79D1C}" destId="{8CB0345F-019E-4BF3-8133-4319BB098788}" srcOrd="0" destOrd="0" parTransId="{03760EF0-05D6-4624-ACBC-7C34AD6B16E0}" sibTransId="{F4841F71-CEA9-439B-B10D-F8D0530DD05D}"/>
    <dgm:cxn modelId="{87A36D30-2B3D-4573-9068-C281DA5EB8E3}" srcId="{BF331E81-069E-47AE-BF92-D4F1A4B79D1C}" destId="{DC52C0DA-B4EC-4E19-96C5-A226615DECA6}" srcOrd="2" destOrd="0" parTransId="{A6DB991B-94DE-44E6-8FF0-4CE02E4E0992}" sibTransId="{6DDB2BD6-3362-4313-BB0E-339C8DC492F4}"/>
    <dgm:cxn modelId="{338AC330-C07E-4F2E-AB6F-1BF45AEFDC02}" type="presOf" srcId="{1EED69BA-8824-42E2-BD6B-F85D42408D5D}" destId="{FF9C4D5C-F0B1-4C4A-AAB9-D176470480E8}" srcOrd="1" destOrd="0" presId="urn:microsoft.com/office/officeart/2005/8/layout/vProcess5"/>
    <dgm:cxn modelId="{AEDB473E-3C38-484D-92DF-B88D553A1970}" srcId="{BF331E81-069E-47AE-BF92-D4F1A4B79D1C}" destId="{1EED69BA-8824-42E2-BD6B-F85D42408D5D}" srcOrd="1" destOrd="0" parTransId="{62A719A0-3CD2-436A-BC44-B280AE5CBEE3}" sibTransId="{8764CC02-9E6D-4379-ADC7-5D7B620F9AA4}"/>
    <dgm:cxn modelId="{C41EBD4F-2F44-446E-A274-FF8CCA8B24E9}" type="presOf" srcId="{F4841F71-CEA9-439B-B10D-F8D0530DD05D}" destId="{069DB072-7841-4794-9C79-2CF5AC98672A}" srcOrd="0" destOrd="0" presId="urn:microsoft.com/office/officeart/2005/8/layout/vProcess5"/>
    <dgm:cxn modelId="{8658F371-46CD-4CF6-B403-1F70687C55EE}" type="presOf" srcId="{8764CC02-9E6D-4379-ADC7-5D7B620F9AA4}" destId="{6534F6AE-4C7C-4E04-A7FC-3F911E23C824}" srcOrd="0" destOrd="0" presId="urn:microsoft.com/office/officeart/2005/8/layout/vProcess5"/>
    <dgm:cxn modelId="{5BB5CD72-0A11-4A69-9D83-F526DA487185}" type="presOf" srcId="{DC52C0DA-B4EC-4E19-96C5-A226615DECA6}" destId="{B884F083-7093-42A0-9A15-8E99B41EF173}" srcOrd="0" destOrd="0" presId="urn:microsoft.com/office/officeart/2005/8/layout/vProcess5"/>
    <dgm:cxn modelId="{03C555BC-B21A-416B-80BD-7AF4C29972FD}" type="presOf" srcId="{1EED69BA-8824-42E2-BD6B-F85D42408D5D}" destId="{D7E62CF1-A9F8-46C2-8FDE-D96FC504972C}" srcOrd="0" destOrd="0" presId="urn:microsoft.com/office/officeart/2005/8/layout/vProcess5"/>
    <dgm:cxn modelId="{363AE4CA-2DA6-403E-9E92-49AD79CC7D87}" type="presOf" srcId="{8CB0345F-019E-4BF3-8133-4319BB098788}" destId="{8384C900-34C6-4DBB-9DC3-BD549A27E3D0}" srcOrd="0" destOrd="0" presId="urn:microsoft.com/office/officeart/2005/8/layout/vProcess5"/>
    <dgm:cxn modelId="{E25D0BCB-D2B6-4901-A05E-798154CC13C6}" type="presOf" srcId="{8CB0345F-019E-4BF3-8133-4319BB098788}" destId="{F937F35B-AAE8-4F53-9F12-9DF1F8BD5B8A}" srcOrd="1" destOrd="0" presId="urn:microsoft.com/office/officeart/2005/8/layout/vProcess5"/>
    <dgm:cxn modelId="{8A1480D8-91F3-4143-BF74-BB4733A2D78E}" type="presOf" srcId="{DC52C0DA-B4EC-4E19-96C5-A226615DECA6}" destId="{429BFE17-1AD6-40C3-964E-0AFF3291F30D}" srcOrd="1" destOrd="0" presId="urn:microsoft.com/office/officeart/2005/8/layout/vProcess5"/>
    <dgm:cxn modelId="{E352DCF6-5D2B-4BCA-AB8C-C9814785DE0F}" type="presParOf" srcId="{551BDB0E-BA71-4494-8C6C-9BC88AC724C2}" destId="{AA3E602F-876E-45C0-9F21-5A7F0F13CA4E}" srcOrd="0" destOrd="0" presId="urn:microsoft.com/office/officeart/2005/8/layout/vProcess5"/>
    <dgm:cxn modelId="{4F35F38A-BD2E-4816-960F-0B598D65F32D}" type="presParOf" srcId="{551BDB0E-BA71-4494-8C6C-9BC88AC724C2}" destId="{8384C900-34C6-4DBB-9DC3-BD549A27E3D0}" srcOrd="1" destOrd="0" presId="urn:microsoft.com/office/officeart/2005/8/layout/vProcess5"/>
    <dgm:cxn modelId="{33B573DE-C029-484A-9C61-9BD84B18F361}" type="presParOf" srcId="{551BDB0E-BA71-4494-8C6C-9BC88AC724C2}" destId="{D7E62CF1-A9F8-46C2-8FDE-D96FC504972C}" srcOrd="2" destOrd="0" presId="urn:microsoft.com/office/officeart/2005/8/layout/vProcess5"/>
    <dgm:cxn modelId="{997138B3-13F3-4D76-A9FA-7C5042D746BE}" type="presParOf" srcId="{551BDB0E-BA71-4494-8C6C-9BC88AC724C2}" destId="{B884F083-7093-42A0-9A15-8E99B41EF173}" srcOrd="3" destOrd="0" presId="urn:microsoft.com/office/officeart/2005/8/layout/vProcess5"/>
    <dgm:cxn modelId="{63FE3AE8-CA78-4708-9E6E-8C15E8339F1A}" type="presParOf" srcId="{551BDB0E-BA71-4494-8C6C-9BC88AC724C2}" destId="{069DB072-7841-4794-9C79-2CF5AC98672A}" srcOrd="4" destOrd="0" presId="urn:microsoft.com/office/officeart/2005/8/layout/vProcess5"/>
    <dgm:cxn modelId="{6FFD30FA-611F-400F-90F8-1C42C1ABC27E}" type="presParOf" srcId="{551BDB0E-BA71-4494-8C6C-9BC88AC724C2}" destId="{6534F6AE-4C7C-4E04-A7FC-3F911E23C824}" srcOrd="5" destOrd="0" presId="urn:microsoft.com/office/officeart/2005/8/layout/vProcess5"/>
    <dgm:cxn modelId="{DFF77248-B0BA-4C7B-9A14-FA36BAA19003}" type="presParOf" srcId="{551BDB0E-BA71-4494-8C6C-9BC88AC724C2}" destId="{F937F35B-AAE8-4F53-9F12-9DF1F8BD5B8A}" srcOrd="6" destOrd="0" presId="urn:microsoft.com/office/officeart/2005/8/layout/vProcess5"/>
    <dgm:cxn modelId="{25066CE7-7D59-43AF-A50E-D86A3340ADF5}" type="presParOf" srcId="{551BDB0E-BA71-4494-8C6C-9BC88AC724C2}" destId="{FF9C4D5C-F0B1-4C4A-AAB9-D176470480E8}" srcOrd="7" destOrd="0" presId="urn:microsoft.com/office/officeart/2005/8/layout/vProcess5"/>
    <dgm:cxn modelId="{E5B6C0BD-4193-4F4D-BC94-DC6031CF8EED}" type="presParOf" srcId="{551BDB0E-BA71-4494-8C6C-9BC88AC724C2}" destId="{429BFE17-1AD6-40C3-964E-0AFF3291F30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331E81-069E-47AE-BF92-D4F1A4B79D1C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B0345F-019E-4BF3-8133-4319BB098788}">
      <dgm:prSet phldrT="[Text]"/>
      <dgm:spPr/>
      <dgm:t>
        <a:bodyPr/>
        <a:lstStyle/>
        <a:p>
          <a:r>
            <a:rPr lang="en-US" b="1">
              <a:solidFill>
                <a:schemeClr val="tx1">
                  <a:lumMod val="75000"/>
                </a:schemeClr>
              </a:solidFill>
            </a:rPr>
            <a:t>Conceptualization</a:t>
          </a:r>
        </a:p>
      </dgm:t>
    </dgm:pt>
    <dgm:pt modelId="{03760EF0-05D6-4624-ACBC-7C34AD6B16E0}" type="parTrans" cxnId="{E2116F1D-659C-4775-AD26-D3A0FF8A3A30}">
      <dgm:prSet/>
      <dgm:spPr/>
      <dgm:t>
        <a:bodyPr/>
        <a:lstStyle/>
        <a:p>
          <a:endParaRPr lang="en-US"/>
        </a:p>
      </dgm:t>
    </dgm:pt>
    <dgm:pt modelId="{F4841F71-CEA9-439B-B10D-F8D0530DD05D}" type="sibTrans" cxnId="{E2116F1D-659C-4775-AD26-D3A0FF8A3A30}">
      <dgm:prSet/>
      <dgm:spPr/>
      <dgm:t>
        <a:bodyPr/>
        <a:lstStyle/>
        <a:p>
          <a:endParaRPr lang="en-US"/>
        </a:p>
      </dgm:t>
    </dgm:pt>
    <dgm:pt modelId="{1EED69BA-8824-42E2-BD6B-F85D42408D5D}">
      <dgm:prSet phldrT="[Text]"/>
      <dgm:spPr/>
      <dgm:t>
        <a:bodyPr/>
        <a:lstStyle/>
        <a:p>
          <a:r>
            <a:rPr lang="en-US" b="1"/>
            <a:t>Motor Planning</a:t>
          </a:r>
          <a:endParaRPr lang="en-US"/>
        </a:p>
      </dgm:t>
    </dgm:pt>
    <dgm:pt modelId="{62A719A0-3CD2-436A-BC44-B280AE5CBEE3}" type="parTrans" cxnId="{AEDB473E-3C38-484D-92DF-B88D553A1970}">
      <dgm:prSet/>
      <dgm:spPr/>
      <dgm:t>
        <a:bodyPr/>
        <a:lstStyle/>
        <a:p>
          <a:endParaRPr lang="en-US"/>
        </a:p>
      </dgm:t>
    </dgm:pt>
    <dgm:pt modelId="{8764CC02-9E6D-4379-ADC7-5D7B620F9AA4}" type="sibTrans" cxnId="{AEDB473E-3C38-484D-92DF-B88D553A1970}">
      <dgm:prSet/>
      <dgm:spPr/>
      <dgm:t>
        <a:bodyPr/>
        <a:lstStyle/>
        <a:p>
          <a:endParaRPr lang="en-US"/>
        </a:p>
      </dgm:t>
    </dgm:pt>
    <dgm:pt modelId="{DC52C0DA-B4EC-4E19-96C5-A226615DECA6}">
      <dgm:prSet phldrT="[Text]"/>
      <dgm:spPr/>
      <dgm:t>
        <a:bodyPr/>
        <a:lstStyle/>
        <a:p>
          <a:r>
            <a:rPr lang="en-US" b="1"/>
            <a:t>Articulation</a:t>
          </a:r>
          <a:endParaRPr lang="en-US"/>
        </a:p>
      </dgm:t>
    </dgm:pt>
    <dgm:pt modelId="{A6DB991B-94DE-44E6-8FF0-4CE02E4E0992}" type="parTrans" cxnId="{87A36D30-2B3D-4573-9068-C281DA5EB8E3}">
      <dgm:prSet/>
      <dgm:spPr/>
      <dgm:t>
        <a:bodyPr/>
        <a:lstStyle/>
        <a:p>
          <a:endParaRPr lang="en-US"/>
        </a:p>
      </dgm:t>
    </dgm:pt>
    <dgm:pt modelId="{6DDB2BD6-3362-4313-BB0E-339C8DC492F4}" type="sibTrans" cxnId="{87A36D30-2B3D-4573-9068-C281DA5EB8E3}">
      <dgm:prSet/>
      <dgm:spPr/>
      <dgm:t>
        <a:bodyPr/>
        <a:lstStyle/>
        <a:p>
          <a:endParaRPr lang="en-US"/>
        </a:p>
      </dgm:t>
    </dgm:pt>
    <dgm:pt modelId="{551BDB0E-BA71-4494-8C6C-9BC88AC724C2}" type="pres">
      <dgm:prSet presAssocID="{BF331E81-069E-47AE-BF92-D4F1A4B79D1C}" presName="outerComposite" presStyleCnt="0">
        <dgm:presLayoutVars>
          <dgm:chMax val="5"/>
          <dgm:dir/>
          <dgm:resizeHandles val="exact"/>
        </dgm:presLayoutVars>
      </dgm:prSet>
      <dgm:spPr/>
    </dgm:pt>
    <dgm:pt modelId="{AA3E602F-876E-45C0-9F21-5A7F0F13CA4E}" type="pres">
      <dgm:prSet presAssocID="{BF331E81-069E-47AE-BF92-D4F1A4B79D1C}" presName="dummyMaxCanvas" presStyleCnt="0">
        <dgm:presLayoutVars/>
      </dgm:prSet>
      <dgm:spPr/>
    </dgm:pt>
    <dgm:pt modelId="{8384C900-34C6-4DBB-9DC3-BD549A27E3D0}" type="pres">
      <dgm:prSet presAssocID="{BF331E81-069E-47AE-BF92-D4F1A4B79D1C}" presName="ThreeNodes_1" presStyleLbl="node1" presStyleIdx="0" presStyleCnt="3">
        <dgm:presLayoutVars>
          <dgm:bulletEnabled val="1"/>
        </dgm:presLayoutVars>
      </dgm:prSet>
      <dgm:spPr/>
    </dgm:pt>
    <dgm:pt modelId="{D7E62CF1-A9F8-46C2-8FDE-D96FC504972C}" type="pres">
      <dgm:prSet presAssocID="{BF331E81-069E-47AE-BF92-D4F1A4B79D1C}" presName="ThreeNodes_2" presStyleLbl="node1" presStyleIdx="1" presStyleCnt="3">
        <dgm:presLayoutVars>
          <dgm:bulletEnabled val="1"/>
        </dgm:presLayoutVars>
      </dgm:prSet>
      <dgm:spPr/>
    </dgm:pt>
    <dgm:pt modelId="{B884F083-7093-42A0-9A15-8E99B41EF173}" type="pres">
      <dgm:prSet presAssocID="{BF331E81-069E-47AE-BF92-D4F1A4B79D1C}" presName="ThreeNodes_3" presStyleLbl="node1" presStyleIdx="2" presStyleCnt="3">
        <dgm:presLayoutVars>
          <dgm:bulletEnabled val="1"/>
        </dgm:presLayoutVars>
      </dgm:prSet>
      <dgm:spPr/>
    </dgm:pt>
    <dgm:pt modelId="{069DB072-7841-4794-9C79-2CF5AC98672A}" type="pres">
      <dgm:prSet presAssocID="{BF331E81-069E-47AE-BF92-D4F1A4B79D1C}" presName="ThreeConn_1-2" presStyleLbl="fgAccFollowNode1" presStyleIdx="0" presStyleCnt="2">
        <dgm:presLayoutVars>
          <dgm:bulletEnabled val="1"/>
        </dgm:presLayoutVars>
      </dgm:prSet>
      <dgm:spPr/>
    </dgm:pt>
    <dgm:pt modelId="{6534F6AE-4C7C-4E04-A7FC-3F911E23C824}" type="pres">
      <dgm:prSet presAssocID="{BF331E81-069E-47AE-BF92-D4F1A4B79D1C}" presName="ThreeConn_2-3" presStyleLbl="fgAccFollowNode1" presStyleIdx="1" presStyleCnt="2">
        <dgm:presLayoutVars>
          <dgm:bulletEnabled val="1"/>
        </dgm:presLayoutVars>
      </dgm:prSet>
      <dgm:spPr/>
    </dgm:pt>
    <dgm:pt modelId="{F937F35B-AAE8-4F53-9F12-9DF1F8BD5B8A}" type="pres">
      <dgm:prSet presAssocID="{BF331E81-069E-47AE-BF92-D4F1A4B79D1C}" presName="ThreeNodes_1_text" presStyleLbl="node1" presStyleIdx="2" presStyleCnt="3">
        <dgm:presLayoutVars>
          <dgm:bulletEnabled val="1"/>
        </dgm:presLayoutVars>
      </dgm:prSet>
      <dgm:spPr/>
    </dgm:pt>
    <dgm:pt modelId="{FF9C4D5C-F0B1-4C4A-AAB9-D176470480E8}" type="pres">
      <dgm:prSet presAssocID="{BF331E81-069E-47AE-BF92-D4F1A4B79D1C}" presName="ThreeNodes_2_text" presStyleLbl="node1" presStyleIdx="2" presStyleCnt="3">
        <dgm:presLayoutVars>
          <dgm:bulletEnabled val="1"/>
        </dgm:presLayoutVars>
      </dgm:prSet>
      <dgm:spPr/>
    </dgm:pt>
    <dgm:pt modelId="{429BFE17-1AD6-40C3-964E-0AFF3291F30D}" type="pres">
      <dgm:prSet presAssocID="{BF331E81-069E-47AE-BF92-D4F1A4B79D1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4E2A116-E08E-420C-9C69-E379957BBA03}" type="presOf" srcId="{BF331E81-069E-47AE-BF92-D4F1A4B79D1C}" destId="{551BDB0E-BA71-4494-8C6C-9BC88AC724C2}" srcOrd="0" destOrd="0" presId="urn:microsoft.com/office/officeart/2005/8/layout/vProcess5"/>
    <dgm:cxn modelId="{E2116F1D-659C-4775-AD26-D3A0FF8A3A30}" srcId="{BF331E81-069E-47AE-BF92-D4F1A4B79D1C}" destId="{8CB0345F-019E-4BF3-8133-4319BB098788}" srcOrd="0" destOrd="0" parTransId="{03760EF0-05D6-4624-ACBC-7C34AD6B16E0}" sibTransId="{F4841F71-CEA9-439B-B10D-F8D0530DD05D}"/>
    <dgm:cxn modelId="{87A36D30-2B3D-4573-9068-C281DA5EB8E3}" srcId="{BF331E81-069E-47AE-BF92-D4F1A4B79D1C}" destId="{DC52C0DA-B4EC-4E19-96C5-A226615DECA6}" srcOrd="2" destOrd="0" parTransId="{A6DB991B-94DE-44E6-8FF0-4CE02E4E0992}" sibTransId="{6DDB2BD6-3362-4313-BB0E-339C8DC492F4}"/>
    <dgm:cxn modelId="{338AC330-C07E-4F2E-AB6F-1BF45AEFDC02}" type="presOf" srcId="{1EED69BA-8824-42E2-BD6B-F85D42408D5D}" destId="{FF9C4D5C-F0B1-4C4A-AAB9-D176470480E8}" srcOrd="1" destOrd="0" presId="urn:microsoft.com/office/officeart/2005/8/layout/vProcess5"/>
    <dgm:cxn modelId="{AEDB473E-3C38-484D-92DF-B88D553A1970}" srcId="{BF331E81-069E-47AE-BF92-D4F1A4B79D1C}" destId="{1EED69BA-8824-42E2-BD6B-F85D42408D5D}" srcOrd="1" destOrd="0" parTransId="{62A719A0-3CD2-436A-BC44-B280AE5CBEE3}" sibTransId="{8764CC02-9E6D-4379-ADC7-5D7B620F9AA4}"/>
    <dgm:cxn modelId="{C41EBD4F-2F44-446E-A274-FF8CCA8B24E9}" type="presOf" srcId="{F4841F71-CEA9-439B-B10D-F8D0530DD05D}" destId="{069DB072-7841-4794-9C79-2CF5AC98672A}" srcOrd="0" destOrd="0" presId="urn:microsoft.com/office/officeart/2005/8/layout/vProcess5"/>
    <dgm:cxn modelId="{8658F371-46CD-4CF6-B403-1F70687C55EE}" type="presOf" srcId="{8764CC02-9E6D-4379-ADC7-5D7B620F9AA4}" destId="{6534F6AE-4C7C-4E04-A7FC-3F911E23C824}" srcOrd="0" destOrd="0" presId="urn:microsoft.com/office/officeart/2005/8/layout/vProcess5"/>
    <dgm:cxn modelId="{5BB5CD72-0A11-4A69-9D83-F526DA487185}" type="presOf" srcId="{DC52C0DA-B4EC-4E19-96C5-A226615DECA6}" destId="{B884F083-7093-42A0-9A15-8E99B41EF173}" srcOrd="0" destOrd="0" presId="urn:microsoft.com/office/officeart/2005/8/layout/vProcess5"/>
    <dgm:cxn modelId="{03C555BC-B21A-416B-80BD-7AF4C29972FD}" type="presOf" srcId="{1EED69BA-8824-42E2-BD6B-F85D42408D5D}" destId="{D7E62CF1-A9F8-46C2-8FDE-D96FC504972C}" srcOrd="0" destOrd="0" presId="urn:microsoft.com/office/officeart/2005/8/layout/vProcess5"/>
    <dgm:cxn modelId="{363AE4CA-2DA6-403E-9E92-49AD79CC7D87}" type="presOf" srcId="{8CB0345F-019E-4BF3-8133-4319BB098788}" destId="{8384C900-34C6-4DBB-9DC3-BD549A27E3D0}" srcOrd="0" destOrd="0" presId="urn:microsoft.com/office/officeart/2005/8/layout/vProcess5"/>
    <dgm:cxn modelId="{E25D0BCB-D2B6-4901-A05E-798154CC13C6}" type="presOf" srcId="{8CB0345F-019E-4BF3-8133-4319BB098788}" destId="{F937F35B-AAE8-4F53-9F12-9DF1F8BD5B8A}" srcOrd="1" destOrd="0" presId="urn:microsoft.com/office/officeart/2005/8/layout/vProcess5"/>
    <dgm:cxn modelId="{8A1480D8-91F3-4143-BF74-BB4733A2D78E}" type="presOf" srcId="{DC52C0DA-B4EC-4E19-96C5-A226615DECA6}" destId="{429BFE17-1AD6-40C3-964E-0AFF3291F30D}" srcOrd="1" destOrd="0" presId="urn:microsoft.com/office/officeart/2005/8/layout/vProcess5"/>
    <dgm:cxn modelId="{E352DCF6-5D2B-4BCA-AB8C-C9814785DE0F}" type="presParOf" srcId="{551BDB0E-BA71-4494-8C6C-9BC88AC724C2}" destId="{AA3E602F-876E-45C0-9F21-5A7F0F13CA4E}" srcOrd="0" destOrd="0" presId="urn:microsoft.com/office/officeart/2005/8/layout/vProcess5"/>
    <dgm:cxn modelId="{4F35F38A-BD2E-4816-960F-0B598D65F32D}" type="presParOf" srcId="{551BDB0E-BA71-4494-8C6C-9BC88AC724C2}" destId="{8384C900-34C6-4DBB-9DC3-BD549A27E3D0}" srcOrd="1" destOrd="0" presId="urn:microsoft.com/office/officeart/2005/8/layout/vProcess5"/>
    <dgm:cxn modelId="{33B573DE-C029-484A-9C61-9BD84B18F361}" type="presParOf" srcId="{551BDB0E-BA71-4494-8C6C-9BC88AC724C2}" destId="{D7E62CF1-A9F8-46C2-8FDE-D96FC504972C}" srcOrd="2" destOrd="0" presId="urn:microsoft.com/office/officeart/2005/8/layout/vProcess5"/>
    <dgm:cxn modelId="{997138B3-13F3-4D76-A9FA-7C5042D746BE}" type="presParOf" srcId="{551BDB0E-BA71-4494-8C6C-9BC88AC724C2}" destId="{B884F083-7093-42A0-9A15-8E99B41EF173}" srcOrd="3" destOrd="0" presId="urn:microsoft.com/office/officeart/2005/8/layout/vProcess5"/>
    <dgm:cxn modelId="{63FE3AE8-CA78-4708-9E6E-8C15E8339F1A}" type="presParOf" srcId="{551BDB0E-BA71-4494-8C6C-9BC88AC724C2}" destId="{069DB072-7841-4794-9C79-2CF5AC98672A}" srcOrd="4" destOrd="0" presId="urn:microsoft.com/office/officeart/2005/8/layout/vProcess5"/>
    <dgm:cxn modelId="{6FFD30FA-611F-400F-90F8-1C42C1ABC27E}" type="presParOf" srcId="{551BDB0E-BA71-4494-8C6C-9BC88AC724C2}" destId="{6534F6AE-4C7C-4E04-A7FC-3F911E23C824}" srcOrd="5" destOrd="0" presId="urn:microsoft.com/office/officeart/2005/8/layout/vProcess5"/>
    <dgm:cxn modelId="{DFF77248-B0BA-4C7B-9A14-FA36BAA19003}" type="presParOf" srcId="{551BDB0E-BA71-4494-8C6C-9BC88AC724C2}" destId="{F937F35B-AAE8-4F53-9F12-9DF1F8BD5B8A}" srcOrd="6" destOrd="0" presId="urn:microsoft.com/office/officeart/2005/8/layout/vProcess5"/>
    <dgm:cxn modelId="{25066CE7-7D59-43AF-A50E-D86A3340ADF5}" type="presParOf" srcId="{551BDB0E-BA71-4494-8C6C-9BC88AC724C2}" destId="{FF9C4D5C-F0B1-4C4A-AAB9-D176470480E8}" srcOrd="7" destOrd="0" presId="urn:microsoft.com/office/officeart/2005/8/layout/vProcess5"/>
    <dgm:cxn modelId="{E5B6C0BD-4193-4F4D-BC94-DC6031CF8EED}" type="presParOf" srcId="{551BDB0E-BA71-4494-8C6C-9BC88AC724C2}" destId="{429BFE17-1AD6-40C3-964E-0AFF3291F30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331E81-069E-47AE-BF92-D4F1A4B79D1C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B0345F-019E-4BF3-8133-4319BB098788}">
      <dgm:prSet phldrT="[Text]"/>
      <dgm:spPr/>
      <dgm:t>
        <a:bodyPr/>
        <a:lstStyle/>
        <a:p>
          <a:r>
            <a:rPr lang="en-US" b="1"/>
            <a:t>Conceptualization</a:t>
          </a:r>
          <a:endParaRPr lang="en-US"/>
        </a:p>
      </dgm:t>
    </dgm:pt>
    <dgm:pt modelId="{03760EF0-05D6-4624-ACBC-7C34AD6B16E0}" type="parTrans" cxnId="{E2116F1D-659C-4775-AD26-D3A0FF8A3A30}">
      <dgm:prSet/>
      <dgm:spPr/>
      <dgm:t>
        <a:bodyPr/>
        <a:lstStyle/>
        <a:p>
          <a:endParaRPr lang="en-US"/>
        </a:p>
      </dgm:t>
    </dgm:pt>
    <dgm:pt modelId="{F4841F71-CEA9-439B-B10D-F8D0530DD05D}" type="sibTrans" cxnId="{E2116F1D-659C-4775-AD26-D3A0FF8A3A30}">
      <dgm:prSet/>
      <dgm:spPr/>
      <dgm:t>
        <a:bodyPr/>
        <a:lstStyle/>
        <a:p>
          <a:endParaRPr lang="en-US"/>
        </a:p>
      </dgm:t>
    </dgm:pt>
    <dgm:pt modelId="{1EED69BA-8824-42E2-BD6B-F85D42408D5D}">
      <dgm:prSet phldrT="[Text]"/>
      <dgm:spPr/>
      <dgm:t>
        <a:bodyPr/>
        <a:lstStyle/>
        <a:p>
          <a:r>
            <a:rPr lang="en-US" b="1">
              <a:solidFill>
                <a:schemeClr val="tx1">
                  <a:lumMod val="75000"/>
                </a:schemeClr>
              </a:solidFill>
            </a:rPr>
            <a:t>Motor Planning</a:t>
          </a:r>
          <a:endParaRPr lang="en-US">
            <a:solidFill>
              <a:schemeClr val="tx1">
                <a:lumMod val="75000"/>
              </a:schemeClr>
            </a:solidFill>
          </a:endParaRPr>
        </a:p>
      </dgm:t>
    </dgm:pt>
    <dgm:pt modelId="{62A719A0-3CD2-436A-BC44-B280AE5CBEE3}" type="parTrans" cxnId="{AEDB473E-3C38-484D-92DF-B88D553A1970}">
      <dgm:prSet/>
      <dgm:spPr/>
      <dgm:t>
        <a:bodyPr/>
        <a:lstStyle/>
        <a:p>
          <a:endParaRPr lang="en-US"/>
        </a:p>
      </dgm:t>
    </dgm:pt>
    <dgm:pt modelId="{8764CC02-9E6D-4379-ADC7-5D7B620F9AA4}" type="sibTrans" cxnId="{AEDB473E-3C38-484D-92DF-B88D553A1970}">
      <dgm:prSet/>
      <dgm:spPr/>
      <dgm:t>
        <a:bodyPr/>
        <a:lstStyle/>
        <a:p>
          <a:endParaRPr lang="en-US"/>
        </a:p>
      </dgm:t>
    </dgm:pt>
    <dgm:pt modelId="{DC52C0DA-B4EC-4E19-96C5-A226615DECA6}">
      <dgm:prSet phldrT="[Text]"/>
      <dgm:spPr/>
      <dgm:t>
        <a:bodyPr/>
        <a:lstStyle/>
        <a:p>
          <a:r>
            <a:rPr lang="en-US" b="1"/>
            <a:t>Articulation</a:t>
          </a:r>
          <a:endParaRPr lang="en-US"/>
        </a:p>
      </dgm:t>
    </dgm:pt>
    <dgm:pt modelId="{A6DB991B-94DE-44E6-8FF0-4CE02E4E0992}" type="parTrans" cxnId="{87A36D30-2B3D-4573-9068-C281DA5EB8E3}">
      <dgm:prSet/>
      <dgm:spPr/>
      <dgm:t>
        <a:bodyPr/>
        <a:lstStyle/>
        <a:p>
          <a:endParaRPr lang="en-US"/>
        </a:p>
      </dgm:t>
    </dgm:pt>
    <dgm:pt modelId="{6DDB2BD6-3362-4313-BB0E-339C8DC492F4}" type="sibTrans" cxnId="{87A36D30-2B3D-4573-9068-C281DA5EB8E3}">
      <dgm:prSet/>
      <dgm:spPr/>
      <dgm:t>
        <a:bodyPr/>
        <a:lstStyle/>
        <a:p>
          <a:endParaRPr lang="en-US"/>
        </a:p>
      </dgm:t>
    </dgm:pt>
    <dgm:pt modelId="{551BDB0E-BA71-4494-8C6C-9BC88AC724C2}" type="pres">
      <dgm:prSet presAssocID="{BF331E81-069E-47AE-BF92-D4F1A4B79D1C}" presName="outerComposite" presStyleCnt="0">
        <dgm:presLayoutVars>
          <dgm:chMax val="5"/>
          <dgm:dir/>
          <dgm:resizeHandles val="exact"/>
        </dgm:presLayoutVars>
      </dgm:prSet>
      <dgm:spPr/>
    </dgm:pt>
    <dgm:pt modelId="{AA3E602F-876E-45C0-9F21-5A7F0F13CA4E}" type="pres">
      <dgm:prSet presAssocID="{BF331E81-069E-47AE-BF92-D4F1A4B79D1C}" presName="dummyMaxCanvas" presStyleCnt="0">
        <dgm:presLayoutVars/>
      </dgm:prSet>
      <dgm:spPr/>
    </dgm:pt>
    <dgm:pt modelId="{8384C900-34C6-4DBB-9DC3-BD549A27E3D0}" type="pres">
      <dgm:prSet presAssocID="{BF331E81-069E-47AE-BF92-D4F1A4B79D1C}" presName="ThreeNodes_1" presStyleLbl="node1" presStyleIdx="0" presStyleCnt="3">
        <dgm:presLayoutVars>
          <dgm:bulletEnabled val="1"/>
        </dgm:presLayoutVars>
      </dgm:prSet>
      <dgm:spPr/>
    </dgm:pt>
    <dgm:pt modelId="{D7E62CF1-A9F8-46C2-8FDE-D96FC504972C}" type="pres">
      <dgm:prSet presAssocID="{BF331E81-069E-47AE-BF92-D4F1A4B79D1C}" presName="ThreeNodes_2" presStyleLbl="node1" presStyleIdx="1" presStyleCnt="3">
        <dgm:presLayoutVars>
          <dgm:bulletEnabled val="1"/>
        </dgm:presLayoutVars>
      </dgm:prSet>
      <dgm:spPr/>
    </dgm:pt>
    <dgm:pt modelId="{B884F083-7093-42A0-9A15-8E99B41EF173}" type="pres">
      <dgm:prSet presAssocID="{BF331E81-069E-47AE-BF92-D4F1A4B79D1C}" presName="ThreeNodes_3" presStyleLbl="node1" presStyleIdx="2" presStyleCnt="3">
        <dgm:presLayoutVars>
          <dgm:bulletEnabled val="1"/>
        </dgm:presLayoutVars>
      </dgm:prSet>
      <dgm:spPr/>
    </dgm:pt>
    <dgm:pt modelId="{069DB072-7841-4794-9C79-2CF5AC98672A}" type="pres">
      <dgm:prSet presAssocID="{BF331E81-069E-47AE-BF92-D4F1A4B79D1C}" presName="ThreeConn_1-2" presStyleLbl="fgAccFollowNode1" presStyleIdx="0" presStyleCnt="2">
        <dgm:presLayoutVars>
          <dgm:bulletEnabled val="1"/>
        </dgm:presLayoutVars>
      </dgm:prSet>
      <dgm:spPr/>
    </dgm:pt>
    <dgm:pt modelId="{6534F6AE-4C7C-4E04-A7FC-3F911E23C824}" type="pres">
      <dgm:prSet presAssocID="{BF331E81-069E-47AE-BF92-D4F1A4B79D1C}" presName="ThreeConn_2-3" presStyleLbl="fgAccFollowNode1" presStyleIdx="1" presStyleCnt="2">
        <dgm:presLayoutVars>
          <dgm:bulletEnabled val="1"/>
        </dgm:presLayoutVars>
      </dgm:prSet>
      <dgm:spPr/>
    </dgm:pt>
    <dgm:pt modelId="{F937F35B-AAE8-4F53-9F12-9DF1F8BD5B8A}" type="pres">
      <dgm:prSet presAssocID="{BF331E81-069E-47AE-BF92-D4F1A4B79D1C}" presName="ThreeNodes_1_text" presStyleLbl="node1" presStyleIdx="2" presStyleCnt="3">
        <dgm:presLayoutVars>
          <dgm:bulletEnabled val="1"/>
        </dgm:presLayoutVars>
      </dgm:prSet>
      <dgm:spPr/>
    </dgm:pt>
    <dgm:pt modelId="{FF9C4D5C-F0B1-4C4A-AAB9-D176470480E8}" type="pres">
      <dgm:prSet presAssocID="{BF331E81-069E-47AE-BF92-D4F1A4B79D1C}" presName="ThreeNodes_2_text" presStyleLbl="node1" presStyleIdx="2" presStyleCnt="3">
        <dgm:presLayoutVars>
          <dgm:bulletEnabled val="1"/>
        </dgm:presLayoutVars>
      </dgm:prSet>
      <dgm:spPr/>
    </dgm:pt>
    <dgm:pt modelId="{429BFE17-1AD6-40C3-964E-0AFF3291F30D}" type="pres">
      <dgm:prSet presAssocID="{BF331E81-069E-47AE-BF92-D4F1A4B79D1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4E2A116-E08E-420C-9C69-E379957BBA03}" type="presOf" srcId="{BF331E81-069E-47AE-BF92-D4F1A4B79D1C}" destId="{551BDB0E-BA71-4494-8C6C-9BC88AC724C2}" srcOrd="0" destOrd="0" presId="urn:microsoft.com/office/officeart/2005/8/layout/vProcess5"/>
    <dgm:cxn modelId="{E2116F1D-659C-4775-AD26-D3A0FF8A3A30}" srcId="{BF331E81-069E-47AE-BF92-D4F1A4B79D1C}" destId="{8CB0345F-019E-4BF3-8133-4319BB098788}" srcOrd="0" destOrd="0" parTransId="{03760EF0-05D6-4624-ACBC-7C34AD6B16E0}" sibTransId="{F4841F71-CEA9-439B-B10D-F8D0530DD05D}"/>
    <dgm:cxn modelId="{87A36D30-2B3D-4573-9068-C281DA5EB8E3}" srcId="{BF331E81-069E-47AE-BF92-D4F1A4B79D1C}" destId="{DC52C0DA-B4EC-4E19-96C5-A226615DECA6}" srcOrd="2" destOrd="0" parTransId="{A6DB991B-94DE-44E6-8FF0-4CE02E4E0992}" sibTransId="{6DDB2BD6-3362-4313-BB0E-339C8DC492F4}"/>
    <dgm:cxn modelId="{338AC330-C07E-4F2E-AB6F-1BF45AEFDC02}" type="presOf" srcId="{1EED69BA-8824-42E2-BD6B-F85D42408D5D}" destId="{FF9C4D5C-F0B1-4C4A-AAB9-D176470480E8}" srcOrd="1" destOrd="0" presId="urn:microsoft.com/office/officeart/2005/8/layout/vProcess5"/>
    <dgm:cxn modelId="{AEDB473E-3C38-484D-92DF-B88D553A1970}" srcId="{BF331E81-069E-47AE-BF92-D4F1A4B79D1C}" destId="{1EED69BA-8824-42E2-BD6B-F85D42408D5D}" srcOrd="1" destOrd="0" parTransId="{62A719A0-3CD2-436A-BC44-B280AE5CBEE3}" sibTransId="{8764CC02-9E6D-4379-ADC7-5D7B620F9AA4}"/>
    <dgm:cxn modelId="{C41EBD4F-2F44-446E-A274-FF8CCA8B24E9}" type="presOf" srcId="{F4841F71-CEA9-439B-B10D-F8D0530DD05D}" destId="{069DB072-7841-4794-9C79-2CF5AC98672A}" srcOrd="0" destOrd="0" presId="urn:microsoft.com/office/officeart/2005/8/layout/vProcess5"/>
    <dgm:cxn modelId="{8658F371-46CD-4CF6-B403-1F70687C55EE}" type="presOf" srcId="{8764CC02-9E6D-4379-ADC7-5D7B620F9AA4}" destId="{6534F6AE-4C7C-4E04-A7FC-3F911E23C824}" srcOrd="0" destOrd="0" presId="urn:microsoft.com/office/officeart/2005/8/layout/vProcess5"/>
    <dgm:cxn modelId="{5BB5CD72-0A11-4A69-9D83-F526DA487185}" type="presOf" srcId="{DC52C0DA-B4EC-4E19-96C5-A226615DECA6}" destId="{B884F083-7093-42A0-9A15-8E99B41EF173}" srcOrd="0" destOrd="0" presId="urn:microsoft.com/office/officeart/2005/8/layout/vProcess5"/>
    <dgm:cxn modelId="{03C555BC-B21A-416B-80BD-7AF4C29972FD}" type="presOf" srcId="{1EED69BA-8824-42E2-BD6B-F85D42408D5D}" destId="{D7E62CF1-A9F8-46C2-8FDE-D96FC504972C}" srcOrd="0" destOrd="0" presId="urn:microsoft.com/office/officeart/2005/8/layout/vProcess5"/>
    <dgm:cxn modelId="{363AE4CA-2DA6-403E-9E92-49AD79CC7D87}" type="presOf" srcId="{8CB0345F-019E-4BF3-8133-4319BB098788}" destId="{8384C900-34C6-4DBB-9DC3-BD549A27E3D0}" srcOrd="0" destOrd="0" presId="urn:microsoft.com/office/officeart/2005/8/layout/vProcess5"/>
    <dgm:cxn modelId="{E25D0BCB-D2B6-4901-A05E-798154CC13C6}" type="presOf" srcId="{8CB0345F-019E-4BF3-8133-4319BB098788}" destId="{F937F35B-AAE8-4F53-9F12-9DF1F8BD5B8A}" srcOrd="1" destOrd="0" presId="urn:microsoft.com/office/officeart/2005/8/layout/vProcess5"/>
    <dgm:cxn modelId="{8A1480D8-91F3-4143-BF74-BB4733A2D78E}" type="presOf" srcId="{DC52C0DA-B4EC-4E19-96C5-A226615DECA6}" destId="{429BFE17-1AD6-40C3-964E-0AFF3291F30D}" srcOrd="1" destOrd="0" presId="urn:microsoft.com/office/officeart/2005/8/layout/vProcess5"/>
    <dgm:cxn modelId="{E352DCF6-5D2B-4BCA-AB8C-C9814785DE0F}" type="presParOf" srcId="{551BDB0E-BA71-4494-8C6C-9BC88AC724C2}" destId="{AA3E602F-876E-45C0-9F21-5A7F0F13CA4E}" srcOrd="0" destOrd="0" presId="urn:microsoft.com/office/officeart/2005/8/layout/vProcess5"/>
    <dgm:cxn modelId="{4F35F38A-BD2E-4816-960F-0B598D65F32D}" type="presParOf" srcId="{551BDB0E-BA71-4494-8C6C-9BC88AC724C2}" destId="{8384C900-34C6-4DBB-9DC3-BD549A27E3D0}" srcOrd="1" destOrd="0" presId="urn:microsoft.com/office/officeart/2005/8/layout/vProcess5"/>
    <dgm:cxn modelId="{33B573DE-C029-484A-9C61-9BD84B18F361}" type="presParOf" srcId="{551BDB0E-BA71-4494-8C6C-9BC88AC724C2}" destId="{D7E62CF1-A9F8-46C2-8FDE-D96FC504972C}" srcOrd="2" destOrd="0" presId="urn:microsoft.com/office/officeart/2005/8/layout/vProcess5"/>
    <dgm:cxn modelId="{997138B3-13F3-4D76-A9FA-7C5042D746BE}" type="presParOf" srcId="{551BDB0E-BA71-4494-8C6C-9BC88AC724C2}" destId="{B884F083-7093-42A0-9A15-8E99B41EF173}" srcOrd="3" destOrd="0" presId="urn:microsoft.com/office/officeart/2005/8/layout/vProcess5"/>
    <dgm:cxn modelId="{63FE3AE8-CA78-4708-9E6E-8C15E8339F1A}" type="presParOf" srcId="{551BDB0E-BA71-4494-8C6C-9BC88AC724C2}" destId="{069DB072-7841-4794-9C79-2CF5AC98672A}" srcOrd="4" destOrd="0" presId="urn:microsoft.com/office/officeart/2005/8/layout/vProcess5"/>
    <dgm:cxn modelId="{6FFD30FA-611F-400F-90F8-1C42C1ABC27E}" type="presParOf" srcId="{551BDB0E-BA71-4494-8C6C-9BC88AC724C2}" destId="{6534F6AE-4C7C-4E04-A7FC-3F911E23C824}" srcOrd="5" destOrd="0" presId="urn:microsoft.com/office/officeart/2005/8/layout/vProcess5"/>
    <dgm:cxn modelId="{DFF77248-B0BA-4C7B-9A14-FA36BAA19003}" type="presParOf" srcId="{551BDB0E-BA71-4494-8C6C-9BC88AC724C2}" destId="{F937F35B-AAE8-4F53-9F12-9DF1F8BD5B8A}" srcOrd="6" destOrd="0" presId="urn:microsoft.com/office/officeart/2005/8/layout/vProcess5"/>
    <dgm:cxn modelId="{25066CE7-7D59-43AF-A50E-D86A3340ADF5}" type="presParOf" srcId="{551BDB0E-BA71-4494-8C6C-9BC88AC724C2}" destId="{FF9C4D5C-F0B1-4C4A-AAB9-D176470480E8}" srcOrd="7" destOrd="0" presId="urn:microsoft.com/office/officeart/2005/8/layout/vProcess5"/>
    <dgm:cxn modelId="{E5B6C0BD-4193-4F4D-BC94-DC6031CF8EED}" type="presParOf" srcId="{551BDB0E-BA71-4494-8C6C-9BC88AC724C2}" destId="{429BFE17-1AD6-40C3-964E-0AFF3291F30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F331E81-069E-47AE-BF92-D4F1A4B79D1C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B0345F-019E-4BF3-8133-4319BB098788}">
      <dgm:prSet phldrT="[Text]"/>
      <dgm:spPr/>
      <dgm:t>
        <a:bodyPr/>
        <a:lstStyle/>
        <a:p>
          <a:r>
            <a:rPr lang="en-US" b="1"/>
            <a:t>Conceptualization</a:t>
          </a:r>
          <a:endParaRPr lang="en-US"/>
        </a:p>
      </dgm:t>
    </dgm:pt>
    <dgm:pt modelId="{03760EF0-05D6-4624-ACBC-7C34AD6B16E0}" type="parTrans" cxnId="{E2116F1D-659C-4775-AD26-D3A0FF8A3A30}">
      <dgm:prSet/>
      <dgm:spPr/>
      <dgm:t>
        <a:bodyPr/>
        <a:lstStyle/>
        <a:p>
          <a:endParaRPr lang="en-US"/>
        </a:p>
      </dgm:t>
    </dgm:pt>
    <dgm:pt modelId="{F4841F71-CEA9-439B-B10D-F8D0530DD05D}" type="sibTrans" cxnId="{E2116F1D-659C-4775-AD26-D3A0FF8A3A30}">
      <dgm:prSet/>
      <dgm:spPr/>
      <dgm:t>
        <a:bodyPr/>
        <a:lstStyle/>
        <a:p>
          <a:endParaRPr lang="en-US"/>
        </a:p>
      </dgm:t>
    </dgm:pt>
    <dgm:pt modelId="{1EED69BA-8824-42E2-BD6B-F85D42408D5D}">
      <dgm:prSet phldrT="[Text]"/>
      <dgm:spPr/>
      <dgm:t>
        <a:bodyPr/>
        <a:lstStyle/>
        <a:p>
          <a:r>
            <a:rPr lang="en-US" b="1"/>
            <a:t>Motor Planning</a:t>
          </a:r>
          <a:endParaRPr lang="en-US"/>
        </a:p>
      </dgm:t>
    </dgm:pt>
    <dgm:pt modelId="{62A719A0-3CD2-436A-BC44-B280AE5CBEE3}" type="parTrans" cxnId="{AEDB473E-3C38-484D-92DF-B88D553A1970}">
      <dgm:prSet/>
      <dgm:spPr/>
      <dgm:t>
        <a:bodyPr/>
        <a:lstStyle/>
        <a:p>
          <a:endParaRPr lang="en-US"/>
        </a:p>
      </dgm:t>
    </dgm:pt>
    <dgm:pt modelId="{8764CC02-9E6D-4379-ADC7-5D7B620F9AA4}" type="sibTrans" cxnId="{AEDB473E-3C38-484D-92DF-B88D553A1970}">
      <dgm:prSet/>
      <dgm:spPr/>
      <dgm:t>
        <a:bodyPr/>
        <a:lstStyle/>
        <a:p>
          <a:endParaRPr lang="en-US"/>
        </a:p>
      </dgm:t>
    </dgm:pt>
    <dgm:pt modelId="{DC52C0DA-B4EC-4E19-96C5-A226615DECA6}">
      <dgm:prSet phldrT="[Text]"/>
      <dgm:spPr/>
      <dgm:t>
        <a:bodyPr/>
        <a:lstStyle/>
        <a:p>
          <a:r>
            <a:rPr lang="en-US" b="1">
              <a:solidFill>
                <a:schemeClr val="tx1">
                  <a:lumMod val="75000"/>
                </a:schemeClr>
              </a:solidFill>
            </a:rPr>
            <a:t>Articulation</a:t>
          </a:r>
          <a:endParaRPr lang="en-US">
            <a:solidFill>
              <a:schemeClr val="tx1">
                <a:lumMod val="75000"/>
              </a:schemeClr>
            </a:solidFill>
          </a:endParaRPr>
        </a:p>
      </dgm:t>
    </dgm:pt>
    <dgm:pt modelId="{A6DB991B-94DE-44E6-8FF0-4CE02E4E0992}" type="parTrans" cxnId="{87A36D30-2B3D-4573-9068-C281DA5EB8E3}">
      <dgm:prSet/>
      <dgm:spPr/>
      <dgm:t>
        <a:bodyPr/>
        <a:lstStyle/>
        <a:p>
          <a:endParaRPr lang="en-US"/>
        </a:p>
      </dgm:t>
    </dgm:pt>
    <dgm:pt modelId="{6DDB2BD6-3362-4313-BB0E-339C8DC492F4}" type="sibTrans" cxnId="{87A36D30-2B3D-4573-9068-C281DA5EB8E3}">
      <dgm:prSet/>
      <dgm:spPr/>
      <dgm:t>
        <a:bodyPr/>
        <a:lstStyle/>
        <a:p>
          <a:endParaRPr lang="en-US"/>
        </a:p>
      </dgm:t>
    </dgm:pt>
    <dgm:pt modelId="{551BDB0E-BA71-4494-8C6C-9BC88AC724C2}" type="pres">
      <dgm:prSet presAssocID="{BF331E81-069E-47AE-BF92-D4F1A4B79D1C}" presName="outerComposite" presStyleCnt="0">
        <dgm:presLayoutVars>
          <dgm:chMax val="5"/>
          <dgm:dir/>
          <dgm:resizeHandles val="exact"/>
        </dgm:presLayoutVars>
      </dgm:prSet>
      <dgm:spPr/>
    </dgm:pt>
    <dgm:pt modelId="{AA3E602F-876E-45C0-9F21-5A7F0F13CA4E}" type="pres">
      <dgm:prSet presAssocID="{BF331E81-069E-47AE-BF92-D4F1A4B79D1C}" presName="dummyMaxCanvas" presStyleCnt="0">
        <dgm:presLayoutVars/>
      </dgm:prSet>
      <dgm:spPr/>
    </dgm:pt>
    <dgm:pt modelId="{8384C900-34C6-4DBB-9DC3-BD549A27E3D0}" type="pres">
      <dgm:prSet presAssocID="{BF331E81-069E-47AE-BF92-D4F1A4B79D1C}" presName="ThreeNodes_1" presStyleLbl="node1" presStyleIdx="0" presStyleCnt="3">
        <dgm:presLayoutVars>
          <dgm:bulletEnabled val="1"/>
        </dgm:presLayoutVars>
      </dgm:prSet>
      <dgm:spPr/>
    </dgm:pt>
    <dgm:pt modelId="{D7E62CF1-A9F8-46C2-8FDE-D96FC504972C}" type="pres">
      <dgm:prSet presAssocID="{BF331E81-069E-47AE-BF92-D4F1A4B79D1C}" presName="ThreeNodes_2" presStyleLbl="node1" presStyleIdx="1" presStyleCnt="3">
        <dgm:presLayoutVars>
          <dgm:bulletEnabled val="1"/>
        </dgm:presLayoutVars>
      </dgm:prSet>
      <dgm:spPr/>
    </dgm:pt>
    <dgm:pt modelId="{B884F083-7093-42A0-9A15-8E99B41EF173}" type="pres">
      <dgm:prSet presAssocID="{BF331E81-069E-47AE-BF92-D4F1A4B79D1C}" presName="ThreeNodes_3" presStyleLbl="node1" presStyleIdx="2" presStyleCnt="3">
        <dgm:presLayoutVars>
          <dgm:bulletEnabled val="1"/>
        </dgm:presLayoutVars>
      </dgm:prSet>
      <dgm:spPr/>
    </dgm:pt>
    <dgm:pt modelId="{069DB072-7841-4794-9C79-2CF5AC98672A}" type="pres">
      <dgm:prSet presAssocID="{BF331E81-069E-47AE-BF92-D4F1A4B79D1C}" presName="ThreeConn_1-2" presStyleLbl="fgAccFollowNode1" presStyleIdx="0" presStyleCnt="2">
        <dgm:presLayoutVars>
          <dgm:bulletEnabled val="1"/>
        </dgm:presLayoutVars>
      </dgm:prSet>
      <dgm:spPr/>
    </dgm:pt>
    <dgm:pt modelId="{6534F6AE-4C7C-4E04-A7FC-3F911E23C824}" type="pres">
      <dgm:prSet presAssocID="{BF331E81-069E-47AE-BF92-D4F1A4B79D1C}" presName="ThreeConn_2-3" presStyleLbl="fgAccFollowNode1" presStyleIdx="1" presStyleCnt="2">
        <dgm:presLayoutVars>
          <dgm:bulletEnabled val="1"/>
        </dgm:presLayoutVars>
      </dgm:prSet>
      <dgm:spPr/>
    </dgm:pt>
    <dgm:pt modelId="{F937F35B-AAE8-4F53-9F12-9DF1F8BD5B8A}" type="pres">
      <dgm:prSet presAssocID="{BF331E81-069E-47AE-BF92-D4F1A4B79D1C}" presName="ThreeNodes_1_text" presStyleLbl="node1" presStyleIdx="2" presStyleCnt="3">
        <dgm:presLayoutVars>
          <dgm:bulletEnabled val="1"/>
        </dgm:presLayoutVars>
      </dgm:prSet>
      <dgm:spPr/>
    </dgm:pt>
    <dgm:pt modelId="{FF9C4D5C-F0B1-4C4A-AAB9-D176470480E8}" type="pres">
      <dgm:prSet presAssocID="{BF331E81-069E-47AE-BF92-D4F1A4B79D1C}" presName="ThreeNodes_2_text" presStyleLbl="node1" presStyleIdx="2" presStyleCnt="3">
        <dgm:presLayoutVars>
          <dgm:bulletEnabled val="1"/>
        </dgm:presLayoutVars>
      </dgm:prSet>
      <dgm:spPr/>
    </dgm:pt>
    <dgm:pt modelId="{429BFE17-1AD6-40C3-964E-0AFF3291F30D}" type="pres">
      <dgm:prSet presAssocID="{BF331E81-069E-47AE-BF92-D4F1A4B79D1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4E2A116-E08E-420C-9C69-E379957BBA03}" type="presOf" srcId="{BF331E81-069E-47AE-BF92-D4F1A4B79D1C}" destId="{551BDB0E-BA71-4494-8C6C-9BC88AC724C2}" srcOrd="0" destOrd="0" presId="urn:microsoft.com/office/officeart/2005/8/layout/vProcess5"/>
    <dgm:cxn modelId="{E2116F1D-659C-4775-AD26-D3A0FF8A3A30}" srcId="{BF331E81-069E-47AE-BF92-D4F1A4B79D1C}" destId="{8CB0345F-019E-4BF3-8133-4319BB098788}" srcOrd="0" destOrd="0" parTransId="{03760EF0-05D6-4624-ACBC-7C34AD6B16E0}" sibTransId="{F4841F71-CEA9-439B-B10D-F8D0530DD05D}"/>
    <dgm:cxn modelId="{87A36D30-2B3D-4573-9068-C281DA5EB8E3}" srcId="{BF331E81-069E-47AE-BF92-D4F1A4B79D1C}" destId="{DC52C0DA-B4EC-4E19-96C5-A226615DECA6}" srcOrd="2" destOrd="0" parTransId="{A6DB991B-94DE-44E6-8FF0-4CE02E4E0992}" sibTransId="{6DDB2BD6-3362-4313-BB0E-339C8DC492F4}"/>
    <dgm:cxn modelId="{338AC330-C07E-4F2E-AB6F-1BF45AEFDC02}" type="presOf" srcId="{1EED69BA-8824-42E2-BD6B-F85D42408D5D}" destId="{FF9C4D5C-F0B1-4C4A-AAB9-D176470480E8}" srcOrd="1" destOrd="0" presId="urn:microsoft.com/office/officeart/2005/8/layout/vProcess5"/>
    <dgm:cxn modelId="{AEDB473E-3C38-484D-92DF-B88D553A1970}" srcId="{BF331E81-069E-47AE-BF92-D4F1A4B79D1C}" destId="{1EED69BA-8824-42E2-BD6B-F85D42408D5D}" srcOrd="1" destOrd="0" parTransId="{62A719A0-3CD2-436A-BC44-B280AE5CBEE3}" sibTransId="{8764CC02-9E6D-4379-ADC7-5D7B620F9AA4}"/>
    <dgm:cxn modelId="{C41EBD4F-2F44-446E-A274-FF8CCA8B24E9}" type="presOf" srcId="{F4841F71-CEA9-439B-B10D-F8D0530DD05D}" destId="{069DB072-7841-4794-9C79-2CF5AC98672A}" srcOrd="0" destOrd="0" presId="urn:microsoft.com/office/officeart/2005/8/layout/vProcess5"/>
    <dgm:cxn modelId="{8658F371-46CD-4CF6-B403-1F70687C55EE}" type="presOf" srcId="{8764CC02-9E6D-4379-ADC7-5D7B620F9AA4}" destId="{6534F6AE-4C7C-4E04-A7FC-3F911E23C824}" srcOrd="0" destOrd="0" presId="urn:microsoft.com/office/officeart/2005/8/layout/vProcess5"/>
    <dgm:cxn modelId="{5BB5CD72-0A11-4A69-9D83-F526DA487185}" type="presOf" srcId="{DC52C0DA-B4EC-4E19-96C5-A226615DECA6}" destId="{B884F083-7093-42A0-9A15-8E99B41EF173}" srcOrd="0" destOrd="0" presId="urn:microsoft.com/office/officeart/2005/8/layout/vProcess5"/>
    <dgm:cxn modelId="{03C555BC-B21A-416B-80BD-7AF4C29972FD}" type="presOf" srcId="{1EED69BA-8824-42E2-BD6B-F85D42408D5D}" destId="{D7E62CF1-A9F8-46C2-8FDE-D96FC504972C}" srcOrd="0" destOrd="0" presId="urn:microsoft.com/office/officeart/2005/8/layout/vProcess5"/>
    <dgm:cxn modelId="{363AE4CA-2DA6-403E-9E92-49AD79CC7D87}" type="presOf" srcId="{8CB0345F-019E-4BF3-8133-4319BB098788}" destId="{8384C900-34C6-4DBB-9DC3-BD549A27E3D0}" srcOrd="0" destOrd="0" presId="urn:microsoft.com/office/officeart/2005/8/layout/vProcess5"/>
    <dgm:cxn modelId="{E25D0BCB-D2B6-4901-A05E-798154CC13C6}" type="presOf" srcId="{8CB0345F-019E-4BF3-8133-4319BB098788}" destId="{F937F35B-AAE8-4F53-9F12-9DF1F8BD5B8A}" srcOrd="1" destOrd="0" presId="urn:microsoft.com/office/officeart/2005/8/layout/vProcess5"/>
    <dgm:cxn modelId="{8A1480D8-91F3-4143-BF74-BB4733A2D78E}" type="presOf" srcId="{DC52C0DA-B4EC-4E19-96C5-A226615DECA6}" destId="{429BFE17-1AD6-40C3-964E-0AFF3291F30D}" srcOrd="1" destOrd="0" presId="urn:microsoft.com/office/officeart/2005/8/layout/vProcess5"/>
    <dgm:cxn modelId="{E352DCF6-5D2B-4BCA-AB8C-C9814785DE0F}" type="presParOf" srcId="{551BDB0E-BA71-4494-8C6C-9BC88AC724C2}" destId="{AA3E602F-876E-45C0-9F21-5A7F0F13CA4E}" srcOrd="0" destOrd="0" presId="urn:microsoft.com/office/officeart/2005/8/layout/vProcess5"/>
    <dgm:cxn modelId="{4F35F38A-BD2E-4816-960F-0B598D65F32D}" type="presParOf" srcId="{551BDB0E-BA71-4494-8C6C-9BC88AC724C2}" destId="{8384C900-34C6-4DBB-9DC3-BD549A27E3D0}" srcOrd="1" destOrd="0" presId="urn:microsoft.com/office/officeart/2005/8/layout/vProcess5"/>
    <dgm:cxn modelId="{33B573DE-C029-484A-9C61-9BD84B18F361}" type="presParOf" srcId="{551BDB0E-BA71-4494-8C6C-9BC88AC724C2}" destId="{D7E62CF1-A9F8-46C2-8FDE-D96FC504972C}" srcOrd="2" destOrd="0" presId="urn:microsoft.com/office/officeart/2005/8/layout/vProcess5"/>
    <dgm:cxn modelId="{997138B3-13F3-4D76-A9FA-7C5042D746BE}" type="presParOf" srcId="{551BDB0E-BA71-4494-8C6C-9BC88AC724C2}" destId="{B884F083-7093-42A0-9A15-8E99B41EF173}" srcOrd="3" destOrd="0" presId="urn:microsoft.com/office/officeart/2005/8/layout/vProcess5"/>
    <dgm:cxn modelId="{63FE3AE8-CA78-4708-9E6E-8C15E8339F1A}" type="presParOf" srcId="{551BDB0E-BA71-4494-8C6C-9BC88AC724C2}" destId="{069DB072-7841-4794-9C79-2CF5AC98672A}" srcOrd="4" destOrd="0" presId="urn:microsoft.com/office/officeart/2005/8/layout/vProcess5"/>
    <dgm:cxn modelId="{6FFD30FA-611F-400F-90F8-1C42C1ABC27E}" type="presParOf" srcId="{551BDB0E-BA71-4494-8C6C-9BC88AC724C2}" destId="{6534F6AE-4C7C-4E04-A7FC-3F911E23C824}" srcOrd="5" destOrd="0" presId="urn:microsoft.com/office/officeart/2005/8/layout/vProcess5"/>
    <dgm:cxn modelId="{DFF77248-B0BA-4C7B-9A14-FA36BAA19003}" type="presParOf" srcId="{551BDB0E-BA71-4494-8C6C-9BC88AC724C2}" destId="{F937F35B-AAE8-4F53-9F12-9DF1F8BD5B8A}" srcOrd="6" destOrd="0" presId="urn:microsoft.com/office/officeart/2005/8/layout/vProcess5"/>
    <dgm:cxn modelId="{25066CE7-7D59-43AF-A50E-D86A3340ADF5}" type="presParOf" srcId="{551BDB0E-BA71-4494-8C6C-9BC88AC724C2}" destId="{FF9C4D5C-F0B1-4C4A-AAB9-D176470480E8}" srcOrd="7" destOrd="0" presId="urn:microsoft.com/office/officeart/2005/8/layout/vProcess5"/>
    <dgm:cxn modelId="{E5B6C0BD-4193-4F4D-BC94-DC6031CF8EED}" type="presParOf" srcId="{551BDB0E-BA71-4494-8C6C-9BC88AC724C2}" destId="{429BFE17-1AD6-40C3-964E-0AFF3291F30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84C900-34C6-4DBB-9DC3-BD549A27E3D0}">
      <dsp:nvSpPr>
        <dsp:cNvPr id="0" name=""/>
        <dsp:cNvSpPr/>
      </dsp:nvSpPr>
      <dsp:spPr>
        <a:xfrm>
          <a:off x="0" y="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Conceptualization</a:t>
          </a:r>
          <a:endParaRPr lang="en-US" sz="1900" kern="1200"/>
        </a:p>
      </dsp:txBody>
      <dsp:txXfrm>
        <a:off x="21872" y="21872"/>
        <a:ext cx="2367917" cy="703016"/>
      </dsp:txXfrm>
    </dsp:sp>
    <dsp:sp modelId="{D7E62CF1-A9F8-46C2-8FDE-D96FC504972C}">
      <dsp:nvSpPr>
        <dsp:cNvPr id="0" name=""/>
        <dsp:cNvSpPr/>
      </dsp:nvSpPr>
      <dsp:spPr>
        <a:xfrm>
          <a:off x="280034" y="87122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Motor Planning</a:t>
          </a:r>
          <a:endParaRPr lang="en-US" sz="1900" kern="1200"/>
        </a:p>
      </dsp:txBody>
      <dsp:txXfrm>
        <a:off x="301906" y="893092"/>
        <a:ext cx="2364557" cy="703016"/>
      </dsp:txXfrm>
    </dsp:sp>
    <dsp:sp modelId="{B884F083-7093-42A0-9A15-8E99B41EF173}">
      <dsp:nvSpPr>
        <dsp:cNvPr id="0" name=""/>
        <dsp:cNvSpPr/>
      </dsp:nvSpPr>
      <dsp:spPr>
        <a:xfrm>
          <a:off x="560069" y="174244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Articulation</a:t>
          </a:r>
          <a:endParaRPr lang="en-US" sz="1900" kern="1200"/>
        </a:p>
      </dsp:txBody>
      <dsp:txXfrm>
        <a:off x="581941" y="1764312"/>
        <a:ext cx="2364557" cy="703016"/>
      </dsp:txXfrm>
    </dsp:sp>
    <dsp:sp modelId="{069DB072-7841-4794-9C79-2CF5AC98672A}">
      <dsp:nvSpPr>
        <dsp:cNvPr id="0" name=""/>
        <dsp:cNvSpPr/>
      </dsp:nvSpPr>
      <dsp:spPr>
        <a:xfrm>
          <a:off x="2688336" y="566293"/>
          <a:ext cx="485394" cy="4853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797550" y="566293"/>
        <a:ext cx="266966" cy="365259"/>
      </dsp:txXfrm>
    </dsp:sp>
    <dsp:sp modelId="{6534F6AE-4C7C-4E04-A7FC-3F911E23C824}">
      <dsp:nvSpPr>
        <dsp:cNvPr id="0" name=""/>
        <dsp:cNvSpPr/>
      </dsp:nvSpPr>
      <dsp:spPr>
        <a:xfrm>
          <a:off x="2968370" y="1432534"/>
          <a:ext cx="485394" cy="4853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077584" y="1432534"/>
        <a:ext cx="266966" cy="3652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84C900-34C6-4DBB-9DC3-BD549A27E3D0}">
      <dsp:nvSpPr>
        <dsp:cNvPr id="0" name=""/>
        <dsp:cNvSpPr/>
      </dsp:nvSpPr>
      <dsp:spPr>
        <a:xfrm>
          <a:off x="0" y="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tx1">
                  <a:lumMod val="75000"/>
                </a:schemeClr>
              </a:solidFill>
            </a:rPr>
            <a:t>Conceptualization</a:t>
          </a:r>
        </a:p>
      </dsp:txBody>
      <dsp:txXfrm>
        <a:off x="21872" y="21872"/>
        <a:ext cx="2367917" cy="703016"/>
      </dsp:txXfrm>
    </dsp:sp>
    <dsp:sp modelId="{D7E62CF1-A9F8-46C2-8FDE-D96FC504972C}">
      <dsp:nvSpPr>
        <dsp:cNvPr id="0" name=""/>
        <dsp:cNvSpPr/>
      </dsp:nvSpPr>
      <dsp:spPr>
        <a:xfrm>
          <a:off x="280034" y="87122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Motor Planning</a:t>
          </a:r>
          <a:endParaRPr lang="en-US" sz="1900" kern="1200"/>
        </a:p>
      </dsp:txBody>
      <dsp:txXfrm>
        <a:off x="301906" y="893092"/>
        <a:ext cx="2364557" cy="703016"/>
      </dsp:txXfrm>
    </dsp:sp>
    <dsp:sp modelId="{B884F083-7093-42A0-9A15-8E99B41EF173}">
      <dsp:nvSpPr>
        <dsp:cNvPr id="0" name=""/>
        <dsp:cNvSpPr/>
      </dsp:nvSpPr>
      <dsp:spPr>
        <a:xfrm>
          <a:off x="560069" y="174244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Articulation</a:t>
          </a:r>
          <a:endParaRPr lang="en-US" sz="1900" kern="1200"/>
        </a:p>
      </dsp:txBody>
      <dsp:txXfrm>
        <a:off x="581941" y="1764312"/>
        <a:ext cx="2364557" cy="703016"/>
      </dsp:txXfrm>
    </dsp:sp>
    <dsp:sp modelId="{069DB072-7841-4794-9C79-2CF5AC98672A}">
      <dsp:nvSpPr>
        <dsp:cNvPr id="0" name=""/>
        <dsp:cNvSpPr/>
      </dsp:nvSpPr>
      <dsp:spPr>
        <a:xfrm>
          <a:off x="2688336" y="566293"/>
          <a:ext cx="485394" cy="4853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797550" y="566293"/>
        <a:ext cx="266966" cy="365259"/>
      </dsp:txXfrm>
    </dsp:sp>
    <dsp:sp modelId="{6534F6AE-4C7C-4E04-A7FC-3F911E23C824}">
      <dsp:nvSpPr>
        <dsp:cNvPr id="0" name=""/>
        <dsp:cNvSpPr/>
      </dsp:nvSpPr>
      <dsp:spPr>
        <a:xfrm>
          <a:off x="2968370" y="1432534"/>
          <a:ext cx="485394" cy="4853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077584" y="1432534"/>
        <a:ext cx="266966" cy="3652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84C900-34C6-4DBB-9DC3-BD549A27E3D0}">
      <dsp:nvSpPr>
        <dsp:cNvPr id="0" name=""/>
        <dsp:cNvSpPr/>
      </dsp:nvSpPr>
      <dsp:spPr>
        <a:xfrm>
          <a:off x="0" y="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Conceptualization</a:t>
          </a:r>
          <a:endParaRPr lang="en-US" sz="1900" kern="1200"/>
        </a:p>
      </dsp:txBody>
      <dsp:txXfrm>
        <a:off x="21872" y="21872"/>
        <a:ext cx="2367917" cy="703016"/>
      </dsp:txXfrm>
    </dsp:sp>
    <dsp:sp modelId="{D7E62CF1-A9F8-46C2-8FDE-D96FC504972C}">
      <dsp:nvSpPr>
        <dsp:cNvPr id="0" name=""/>
        <dsp:cNvSpPr/>
      </dsp:nvSpPr>
      <dsp:spPr>
        <a:xfrm>
          <a:off x="280034" y="87122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tx1">
                  <a:lumMod val="75000"/>
                </a:schemeClr>
              </a:solidFill>
            </a:rPr>
            <a:t>Motor Planning</a:t>
          </a:r>
          <a:endParaRPr lang="en-US" sz="1900" kern="1200">
            <a:solidFill>
              <a:schemeClr val="tx1">
                <a:lumMod val="75000"/>
              </a:schemeClr>
            </a:solidFill>
          </a:endParaRPr>
        </a:p>
      </dsp:txBody>
      <dsp:txXfrm>
        <a:off x="301906" y="893092"/>
        <a:ext cx="2364557" cy="703016"/>
      </dsp:txXfrm>
    </dsp:sp>
    <dsp:sp modelId="{B884F083-7093-42A0-9A15-8E99B41EF173}">
      <dsp:nvSpPr>
        <dsp:cNvPr id="0" name=""/>
        <dsp:cNvSpPr/>
      </dsp:nvSpPr>
      <dsp:spPr>
        <a:xfrm>
          <a:off x="560069" y="174244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Articulation</a:t>
          </a:r>
          <a:endParaRPr lang="en-US" sz="1900" kern="1200"/>
        </a:p>
      </dsp:txBody>
      <dsp:txXfrm>
        <a:off x="581941" y="1764312"/>
        <a:ext cx="2364557" cy="703016"/>
      </dsp:txXfrm>
    </dsp:sp>
    <dsp:sp modelId="{069DB072-7841-4794-9C79-2CF5AC98672A}">
      <dsp:nvSpPr>
        <dsp:cNvPr id="0" name=""/>
        <dsp:cNvSpPr/>
      </dsp:nvSpPr>
      <dsp:spPr>
        <a:xfrm>
          <a:off x="2688336" y="566293"/>
          <a:ext cx="485394" cy="4853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797550" y="566293"/>
        <a:ext cx="266966" cy="365259"/>
      </dsp:txXfrm>
    </dsp:sp>
    <dsp:sp modelId="{6534F6AE-4C7C-4E04-A7FC-3F911E23C824}">
      <dsp:nvSpPr>
        <dsp:cNvPr id="0" name=""/>
        <dsp:cNvSpPr/>
      </dsp:nvSpPr>
      <dsp:spPr>
        <a:xfrm>
          <a:off x="2968370" y="1432534"/>
          <a:ext cx="485394" cy="4853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077584" y="1432534"/>
        <a:ext cx="266966" cy="3652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84C900-34C6-4DBB-9DC3-BD549A27E3D0}">
      <dsp:nvSpPr>
        <dsp:cNvPr id="0" name=""/>
        <dsp:cNvSpPr/>
      </dsp:nvSpPr>
      <dsp:spPr>
        <a:xfrm>
          <a:off x="0" y="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Conceptualization</a:t>
          </a:r>
          <a:endParaRPr lang="en-US" sz="1900" kern="1200"/>
        </a:p>
      </dsp:txBody>
      <dsp:txXfrm>
        <a:off x="21872" y="21872"/>
        <a:ext cx="2367917" cy="703016"/>
      </dsp:txXfrm>
    </dsp:sp>
    <dsp:sp modelId="{D7E62CF1-A9F8-46C2-8FDE-D96FC504972C}">
      <dsp:nvSpPr>
        <dsp:cNvPr id="0" name=""/>
        <dsp:cNvSpPr/>
      </dsp:nvSpPr>
      <dsp:spPr>
        <a:xfrm>
          <a:off x="280034" y="87122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Motor Planning</a:t>
          </a:r>
          <a:endParaRPr lang="en-US" sz="1900" kern="1200"/>
        </a:p>
      </dsp:txBody>
      <dsp:txXfrm>
        <a:off x="301906" y="893092"/>
        <a:ext cx="2364557" cy="703016"/>
      </dsp:txXfrm>
    </dsp:sp>
    <dsp:sp modelId="{B884F083-7093-42A0-9A15-8E99B41EF173}">
      <dsp:nvSpPr>
        <dsp:cNvPr id="0" name=""/>
        <dsp:cNvSpPr/>
      </dsp:nvSpPr>
      <dsp:spPr>
        <a:xfrm>
          <a:off x="560069" y="1742440"/>
          <a:ext cx="3173730" cy="746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solidFill>
                <a:schemeClr val="tx1">
                  <a:lumMod val="75000"/>
                </a:schemeClr>
              </a:solidFill>
            </a:rPr>
            <a:t>Articulation</a:t>
          </a:r>
          <a:endParaRPr lang="en-US" sz="1900" kern="1200">
            <a:solidFill>
              <a:schemeClr val="tx1">
                <a:lumMod val="75000"/>
              </a:schemeClr>
            </a:solidFill>
          </a:endParaRPr>
        </a:p>
      </dsp:txBody>
      <dsp:txXfrm>
        <a:off x="581941" y="1764312"/>
        <a:ext cx="2364557" cy="703016"/>
      </dsp:txXfrm>
    </dsp:sp>
    <dsp:sp modelId="{069DB072-7841-4794-9C79-2CF5AC98672A}">
      <dsp:nvSpPr>
        <dsp:cNvPr id="0" name=""/>
        <dsp:cNvSpPr/>
      </dsp:nvSpPr>
      <dsp:spPr>
        <a:xfrm>
          <a:off x="2688336" y="566293"/>
          <a:ext cx="485394" cy="4853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797550" y="566293"/>
        <a:ext cx="266966" cy="365259"/>
      </dsp:txXfrm>
    </dsp:sp>
    <dsp:sp modelId="{6534F6AE-4C7C-4E04-A7FC-3F911E23C824}">
      <dsp:nvSpPr>
        <dsp:cNvPr id="0" name=""/>
        <dsp:cNvSpPr/>
      </dsp:nvSpPr>
      <dsp:spPr>
        <a:xfrm>
          <a:off x="2968370" y="1432534"/>
          <a:ext cx="485394" cy="48539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077584" y="1432534"/>
        <a:ext cx="266966" cy="3652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494934B-6936-D1C5-168B-5CE5D6EE4A6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115EC91-62DA-1D2F-7F27-C5B485D8734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0FE3FFB2-B8FE-2A7A-D26A-FA6ABC44E55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BA0B570F-FD87-B391-EB45-FB781FD5474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5FF82341-48E5-487F-B380-19834106E0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87BC69-DE17-EC28-F8CA-9B92F191B0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3AC5063-A888-7EDE-E51B-E816D9D25C1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63ADE5D-E4C1-B090-484B-2FC4358A3EFA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D0649C0-87D8-8BB6-B908-DE6C3BF5F3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B9EC022-8FAB-733F-D20E-782A5B95FB3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8030010D-9B32-AC73-6D5E-DB8CD97FCD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D753DD44-ABEC-4BBF-AD87-64423FF61B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1061706C-A778-FAF2-74E6-500B813B10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8D8B6C77-C224-0414-585F-F6463DF20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4A1D1E28-F88A-09B9-4E01-AEA9E2A9A4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3C94D62-B129-47F1-82C5-28DDBC2150FA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302ED635-6787-3181-558C-4FA2E14751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C986830C-1A16-CE3E-B23E-F51AB9C3F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39AC9B0F-2436-88C1-435B-0D0AE64AE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C4C27DE-F2CF-4C66-8234-B0DFE81EC8C9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D4BE30AA-FEEA-D230-6245-18E5B08536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6212C1F9-ED1C-49C5-2E89-E998F7C32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9518A075-D3AB-BADC-A451-0798FF898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7A262B1-A2A6-4C57-A52B-A60E6091B995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C285AB1C-8534-F825-5DE3-36AFB31E19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7025F700-7721-643F-4A58-5BE3E28B1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BEE1F3D9-47BF-236A-A4B0-CC9E8B2E8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749FFDF-8A53-48F5-A95D-EB7696F50A47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3A691570-D2E3-5E97-779A-8EDE0BEF8E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9B855DA0-EE04-2CFC-5687-BEEABFC48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2B62327D-F187-AC38-A35E-C49498C5F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71E5F0F-EF01-488A-AE75-4583BE7EE49E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576111A4-836D-DF8F-9965-13A16FC0F2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39E0E891-EADA-5BA6-2B7C-1EBCFCB46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0CF86928-D78B-7C03-76C8-488487BADB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50B4B22-5E24-41E4-8DD1-3B390BBEE05F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25862CA5-0FDB-6900-31DB-C9CEE4A4AE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7CD926E0-C54C-81A2-936B-7541337BD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6B3D9739-FB37-530C-C72E-FB89FEDA7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17FF7F-43A3-4307-A980-A409114EE159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A52C5CCB-AFF5-95E8-1775-DE1EF706EA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E3F89EEF-23B5-21AF-165E-8847ADAC0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E87B98E2-7967-3373-0774-ADD0B1C2B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D440C5-9940-40B7-862B-84EEE7AC5505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693B24E1-D36E-69D6-0938-21C44E004A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8B720246-0FEA-4063-253F-8BFA3F98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7E8D3A18-7A9E-4133-6926-AC11C9C9E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42767D1-D831-4212-B13D-1BBEFA2AC7FC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D323DB4A-3BCE-791A-8AA2-9EEEC6269C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A0BFB7E1-D7F1-4020-EB55-1DA81D3FD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6914751F-6324-504B-1CC4-56AB768BC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3B2C13C-55E5-4C70-9166-F09A83EACE33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ADCBD359-F9BD-2EDF-8718-B271ADAEB8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08EC2661-64BA-4139-79B3-BBE4B6265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9FD73FA5-4F53-0AF0-5FE7-D762891E5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4B80722-D56B-49E1-9C5D-441666DB9361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F4532136-C4EA-B48A-81C2-7DCED7C839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887DF73E-D80E-106D-9EBF-9D5423148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CBF44D34-C849-71FC-F1E1-CE3817190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772D75-A820-4EA3-8A5D-03ABA780FDB2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63E85E6E-4705-C1A9-0593-48863806E7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7A7A0F8E-C2A6-E26C-E7A1-FF38850C8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9AAA60EE-969E-37FE-D2D7-18C9A0D41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ADC0B6-3B61-4F71-BC5E-D32FEFA41DC7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3F1CB461-F494-32C0-C7A1-71DA95A452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C439A8D7-679A-A876-C268-82D625C51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5B150FA6-BE83-2F86-1481-1D6262FC3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20EF195-14E2-4EB5-8FF0-FB247824F5B0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FEDA4032-FC76-DED4-4A7B-8F87F20D18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10BBB8EA-DE2E-1ADF-CE2D-D3A212870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6B0E0960-7BFA-95AE-2FD8-823ED4A5EA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004C149-BDF8-42EE-95DB-0457903CF398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8EDAB705-03E9-3CA8-1DBC-05CD5007B2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CD80B78F-94D8-BAEC-F8F1-433CC196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05F364D1-196B-4A76-A62C-90C1A88AA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A047DAD-C63C-4A06-81C6-F2AF52E4CD74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D6AA1A8B-C422-74F2-AAB4-7407C34B49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AE099C57-EA05-8ACE-0D9C-832C1FE8E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0B6D3A57-2F4F-2AD1-E0DE-F5C083D4C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249F64B-F4AE-4BB9-96A7-21A9333AC726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74984FC1-0550-34BC-F61F-E788C33583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49BF4E00-43E6-48E7-3590-59C3656D8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AD342B06-32F7-BB1D-DB9F-DBDCC3FEE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3BDA955-05E5-4EAF-9383-36EE28B4BD71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C0C61B88-224D-C263-7E83-536D0734A0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D338717A-A8DF-8F1E-55D8-70AC941C4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2B74233D-11EE-B56E-02F4-FC65EAB4D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2CE9A6-CDDF-4AAF-B118-128418E01A3F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3F58BE07-34C1-DD74-3B57-04D5BA257F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63564F38-C53A-5DAC-89A1-5F4C7CA38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661A4110-1C02-C173-A2C4-898EBB294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B24F8A2-CF8D-4E57-8302-C3E464F695BF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A9270D0F-C9C4-B93F-F2CB-DFC390CF32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7412FFAF-877A-CE56-1B9C-59364E14A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2F61DAE7-55E4-E7F9-1899-B974A728D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609A17F-FF5D-4EE3-9A5A-6D2972DF2F60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04CAE1B3-3913-CFE3-05CB-77E1F972AD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3B946D4E-319C-79C2-24AC-FE2DF913B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804B2C0B-D176-83BB-0079-9B903D94A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E3D2D48-4B54-413F-9A51-CDF9A0348C6E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8B731962-242F-D49C-641B-365B7CEC38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9B0940AA-BA04-AE9A-9DB6-71F7F5E29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7C638BF9-207E-9755-2D75-BD3040850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4245156-E978-43D1-93B7-911CBD8BBCCE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2AC495CF-708E-5283-2DF7-32143B45DC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1A7F0037-E191-0A2F-7946-B14144F85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04736630-0436-2DF6-D30F-46A991392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2881B35-4D85-49A1-B268-5B19829A7455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B213E89D-EF4A-A85A-FAE8-D7BB845EDA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991C43A7-2DAF-4410-95E0-2814B8ECF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7C11CE75-E61A-A19A-1047-C315AEC5F3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C8E4601-80CF-4899-BF4A-B4EE65CF1CB8}" type="slidenum">
              <a:rPr lang="en-US" altLang="en-US" sz="1300" smtClean="0"/>
              <a:pPr/>
              <a:t>26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5D3515AF-2C33-3AA1-4579-D88F657AF0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E4EE9439-9B73-D5B9-E863-04F590E1E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671B468F-F3BC-BF16-360B-85301D251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3D81368-CA04-4ECA-B16A-982ADF38EE14}" type="slidenum">
              <a:rPr lang="en-US" altLang="en-US" sz="1300" smtClean="0"/>
              <a:pPr/>
              <a:t>27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D23A207E-524E-F14F-9212-4A88D8A215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6FDA4712-FC8F-368A-AECD-EEA6164E6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9CAC03A3-79E8-5B4A-C090-31E1B4F40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E703EF-0973-4D4E-8C42-735A3AD0173D}" type="slidenum">
              <a:rPr lang="en-US" altLang="en-US" sz="1300" smtClean="0"/>
              <a:pPr/>
              <a:t>28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23CEB2E0-A9C4-50FA-1917-D755D16E1E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AE14773D-7447-496D-7473-780F41DEE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2022C5BC-4D44-B2CA-4782-45A47725C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4664217-99C7-488E-8EAA-9D0BAB52EA09}" type="slidenum">
              <a:rPr lang="en-US" altLang="en-US" sz="1300" smtClean="0"/>
              <a:pPr/>
              <a:t>29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44D3416A-74E2-84B8-CACE-B82FD01819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E980519C-DDB0-F5A1-5D66-E4323005A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A91B8268-6894-C42D-534F-7F0E3B882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EAF2B2-6C1B-4625-9144-03C4D95695E7}" type="slidenum">
              <a:rPr lang="en-US" altLang="en-US" sz="1300" smtClean="0"/>
              <a:pPr/>
              <a:t>30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D2DBD4C7-2DC6-E0A6-074B-C242729B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34E2F52D-AAF3-60CA-6B45-6419EB53E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B829F2E9-DB87-2405-7015-AD0FE213B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0188EE-D6B0-43A2-AE2C-9DDD7E428D33}" type="slidenum">
              <a:rPr lang="en-US" altLang="en-US" sz="1300" smtClean="0"/>
              <a:pPr/>
              <a:t>31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>
            <a:extLst>
              <a:ext uri="{FF2B5EF4-FFF2-40B4-BE49-F238E27FC236}">
                <a16:creationId xmlns:a16="http://schemas.microsoft.com/office/drawing/2014/main" id="{117359C3-6378-F6AD-51E5-2955C152D7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>
            <a:extLst>
              <a:ext uri="{FF2B5EF4-FFF2-40B4-BE49-F238E27FC236}">
                <a16:creationId xmlns:a16="http://schemas.microsoft.com/office/drawing/2014/main" id="{DF98387A-8CAA-8939-1734-ECF4FCD1D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CD95F4FC-E5B4-0439-4920-7E9393780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ECF43A-5460-43F8-AB37-A3E3C0DD2DF4}" type="slidenum">
              <a:rPr lang="en-US" altLang="en-US" sz="1300" smtClean="0"/>
              <a:pPr/>
              <a:t>32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>
            <a:extLst>
              <a:ext uri="{FF2B5EF4-FFF2-40B4-BE49-F238E27FC236}">
                <a16:creationId xmlns:a16="http://schemas.microsoft.com/office/drawing/2014/main" id="{3E60B98D-4292-F27F-CCE3-F5EAEA6858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>
            <a:extLst>
              <a:ext uri="{FF2B5EF4-FFF2-40B4-BE49-F238E27FC236}">
                <a16:creationId xmlns:a16="http://schemas.microsoft.com/office/drawing/2014/main" id="{AFE69D77-C4FE-0223-D52A-7E38D9A3A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3ADE364D-B22D-0E50-4CD4-0DC9FEC9E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2F1CD9C-32FA-49F5-A54F-A67DB4BC7D6E}" type="slidenum">
              <a:rPr lang="en-US" altLang="en-US" sz="1300" smtClean="0"/>
              <a:pPr/>
              <a:t>33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3AE5A611-55DD-209A-66EA-2EDCC66E9D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FD57EEA3-4EDF-440C-44ED-90FC6B7B1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D1FC5170-D427-CD35-6B21-17CC342F0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14EE1E1-6706-4404-AE85-81DEA6769E84}" type="slidenum">
              <a:rPr lang="en-US" altLang="en-US" sz="1300" smtClean="0"/>
              <a:pPr/>
              <a:t>34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8CBC72DC-1198-76BB-FAF5-E927FABFD0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E9543CB8-383C-F41E-00E2-AC913B7C1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2612B560-5B33-2C81-7FD1-CF75E3331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1C3A3F-C20E-4D24-BE81-B721A330FE43}" type="slidenum">
              <a:rPr lang="en-US" altLang="en-US" sz="1300" smtClean="0"/>
              <a:pPr/>
              <a:t>35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92C868A0-1B19-BF83-3E62-8E24552909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3E674FAC-835D-B0F8-D75C-C8DCA527A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79AF736D-5FF0-6571-DF89-8850F26AAC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FC3719C-98AF-421F-ADF5-EA6484865222}" type="slidenum">
              <a:rPr lang="en-US" altLang="en-US" sz="1300" smtClean="0"/>
              <a:pPr/>
              <a:t>36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0C87B5BB-5A58-C0B7-696F-32B5D006CF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CF445333-38DA-C04A-548A-796EA32EB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92B61D1A-E61C-DF06-396A-69023C749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6CE2E3A-F697-4E5B-9055-5B2E1C7853DC}" type="slidenum">
              <a:rPr lang="en-US" altLang="en-US" sz="1300" smtClean="0"/>
              <a:pPr/>
              <a:t>37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>
            <a:extLst>
              <a:ext uri="{FF2B5EF4-FFF2-40B4-BE49-F238E27FC236}">
                <a16:creationId xmlns:a16="http://schemas.microsoft.com/office/drawing/2014/main" id="{55D75E5F-7C39-6E07-320D-65EF2C4F89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>
            <a:extLst>
              <a:ext uri="{FF2B5EF4-FFF2-40B4-BE49-F238E27FC236}">
                <a16:creationId xmlns:a16="http://schemas.microsoft.com/office/drawing/2014/main" id="{C8CD9AE3-009E-5E92-B47C-50EB5B139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0900" name="Slide Number Placeholder 3">
            <a:extLst>
              <a:ext uri="{FF2B5EF4-FFF2-40B4-BE49-F238E27FC236}">
                <a16:creationId xmlns:a16="http://schemas.microsoft.com/office/drawing/2014/main" id="{662C3ABF-7B1A-F28C-7CF0-2DF34BF5B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A70982-CDC1-4F13-8FD4-13B686932818}" type="slidenum">
              <a:rPr lang="en-US" altLang="en-US" sz="1300" smtClean="0"/>
              <a:pPr/>
              <a:t>38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0B22DEC-51AE-3A81-94E1-965FB233398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7237E4BA-79F1-A49F-9A1D-159BC67942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C43E46FF-94E9-E7EF-A672-1035738B2BDE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578197A5-B846-0199-7D90-AA6A6B530570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D36C64E5-37CB-64F2-7A51-BE8345149C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A22AEA41-D757-6438-B659-423536201D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6DEF867D-7578-81AD-9C61-5B9A9FCC07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2A3403D1-1EC3-1C14-751C-364F22F82B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CB0B4B3C-6E40-7EC4-5BED-A45DA740CC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ED30F022-459F-EB91-A5B9-02B44AE1B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B8665F44-769E-4F5A-246D-9E7B45AD6F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560A3C44-A2AD-A81F-9427-7CFFB336B4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006866E0-7636-54F9-DBE2-5FBEC2A75A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6FF4CEC5-A1F6-BA62-098B-463998BB38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A654F6C9-25C4-CDE8-D950-8D9C27A131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AFD10049-1684-C1B7-EAA4-0D87CBC89D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04D137AD-A974-19C5-895A-7165C74DB0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ECA352BF-7EB2-964A-E360-585785A225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A30AECCD-5997-6689-523E-FDC136C5A1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1B6B32AB-0A89-3436-97ED-DF22B9CDB7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5BF6B934-23F6-6FC8-7F63-139CA5A7F9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85EE794C-1B61-336E-E76B-9A99995D8D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640E38BF-65B5-8177-5579-A3BDB44953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630088E1-4642-ACFC-61D1-D4409AB2E5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94A607F4-17CA-8624-A339-6A2A68896A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6A1C4671-9101-2E5B-2BDE-29C1D1B663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F71CD71E-876A-93B9-FABC-D96D42E87F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8A242FA2-4194-C387-41BF-C69DD06C9B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7EFBEA13-C596-8C61-A482-C269F508CB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485A3933-C600-A475-206F-980A06298F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1C082E35-2649-DA12-41C5-E8CB1C8AD6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2A5E9C08-C87E-D648-E0FD-23A247F532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75E93993-1F01-6099-29D3-9804C79219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74A0F881-BB5C-DC8E-0F14-69FB8A678F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E99BBE9B-0922-BB28-3BBC-20D3D032AD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88C96826-67A1-DBA0-F4A0-3CCB2DDDA6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03288DDA-C767-C900-3BD7-E9742436AB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50D3C9CF-30C1-A4EB-E9E8-E98F3E30AA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9CF35532-203C-7194-7EE5-3CAF4DF0D8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836A2C64-603E-D662-8B87-63EE16FAC2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ADF0AC52-6A2F-E96E-5DFF-1D218ED365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8F79D49F-DCB5-E9E6-D055-4A405B2F1B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19878575-B791-5517-CEFC-0B0BBFA92E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D1BBD103-A577-CE7A-BED4-3B1BFA0B70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87644738-B7B1-AEAE-04DC-58E4E552DD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35E9D6D9-D5C5-1883-093B-78DC1C3428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1480C656-8C3F-9851-BBC6-8D0E74F224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D4C0D82B-7AE3-9E2D-7781-E19ECD1DD2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AB9B96EF-C6DB-C77D-78A7-E8F8EE3622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D27828D9-DEE4-AFDD-55E7-6BEB0EE694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1668C0EB-142D-65B0-3625-F79393E88B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D5589F04-BDA2-E2D0-32CC-C3B5865BE7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9929724D-2914-ADF0-486F-7E2F7FFEDF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2F156866-5206-28E2-501A-C290948B2C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5253408A-A6B9-5E3C-1802-701975CEE6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03A0FE27-257A-AA23-2C65-FD58C209676E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08E5E5BD-1548-2CE3-228C-263BD0AD51D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F1217262-1850-0806-9935-E1EF33975C0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235BD845-E179-7BFA-7492-690805E60CB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3A334771-1798-1891-1922-FF2A5ACC4E32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DA3CF5B7-2767-E518-07F4-FE560F110BA5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90702D9A-0914-D374-7570-10DE90132A7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3D653E12-BD3C-489F-CEDF-B4120D250F7C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69A2A47A-AC8F-E03F-61D3-57024A8D0561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13AFD731-170C-5FE5-AF63-4B3FA9377F91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89" name="Slide Number Placeholder 73">
            <a:extLst>
              <a:ext uri="{FF2B5EF4-FFF2-40B4-BE49-F238E27FC236}">
                <a16:creationId xmlns:a16="http://schemas.microsoft.com/office/drawing/2014/main" id="{5D3AA6A3-6416-D5B1-0B42-73A021EF69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46C35-779F-4275-AC09-AB4C4B36D5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190" name="Rectangle 65">
            <a:extLst>
              <a:ext uri="{FF2B5EF4-FFF2-40B4-BE49-F238E27FC236}">
                <a16:creationId xmlns:a16="http://schemas.microsoft.com/office/drawing/2014/main" id="{5D498A21-BD4B-0B27-8913-00783E5EA91E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191" name="Rectangle 66">
            <a:extLst>
              <a:ext uri="{FF2B5EF4-FFF2-40B4-BE49-F238E27FC236}">
                <a16:creationId xmlns:a16="http://schemas.microsoft.com/office/drawing/2014/main" id="{E0C0D97C-775F-D503-AC62-4A95D6AF9FE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693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8B5CBC42-B0A4-48AD-CF9F-D805DEAD22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D6095726-954B-1B31-7176-B2D343E468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C44199D8-F857-1721-3A58-13E99D8F7B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55E71B-97E1-4991-8089-6F2F2B1E1D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56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7AFD5BB7-C560-010B-FD2B-0F6BC5626D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8DD57E91-F5DD-0E45-02C6-E10E3240E2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6F9B3C3B-C91E-97DB-15E7-D793E2B126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2E07F-8617-4B81-A584-6123636A92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6705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EF576ED3-AD41-9C65-C3E3-750B8ACEF1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85ECBC23-6463-4DB5-CCF0-1B91ECD677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7DDF2618-2EB8-3934-A3C0-AB1BE9E842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5D84B2-DBC4-4A3D-A1CD-21FD1FCBA9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420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6C589D33-3A10-7BF8-92D7-C4885822A4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983845E2-B50E-244E-BB9F-BACC93D8FC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FBE0CCB9-0AB5-7883-735A-E7239E0CE6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96F8E3-A622-40CA-9F24-BBDF65F339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7802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216508BC-8BC3-DB77-2AFF-859BC1A416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4F19C997-DBE1-76DC-681D-4AF3BC98C1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DB9046A9-ED56-58FA-9C54-260F836651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25D1B5-B5C9-4152-8C45-A4CD45EEB5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158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E6E73B1B-157B-1144-ECBF-BF8D7511835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6CD3D2F6-52E9-2570-4983-C8AC3AD840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B6205D36-CCF5-6DE8-8FD0-6B62735165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57B8AFEF-15C9-AC90-A427-92D9875A43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3406AFF5-4B42-EE3F-DEDE-EED2013836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8D68C3EB-B4C6-1FA3-B989-8ABD93BA69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C52E1CF2-C2A1-65E9-D0AA-DF39957F0B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FE3B2109-A239-6E75-DCCE-2D2DC86839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972E90AF-CCA3-ED85-2C5D-282C16F5B5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99A79DC4-A2B7-535E-0C91-4A5757E9E4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8017BAC6-4550-2C10-5792-CE42D25E26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0C6699F1-8C41-E694-F1B6-8EA5EA549F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60E83DEA-22FF-651B-F0F4-B9E8991B49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626E0327-8F61-214C-2895-889447E1C6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3C9A268E-E0F4-9F03-A598-C4ED174706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E03EBB06-33BE-5B2D-553A-27C4014520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C781A814-0D91-EA98-E3D8-36E7AB11B4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7E9B55B7-5738-F80C-8865-97ABB9B136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9AB30E95-0BA3-946F-FDFB-E2942ADCB5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4F8114A8-62EA-C8A7-56C1-A6094100EF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F9BA04B2-D70F-747B-691D-1D43001847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2A1AD63F-EA39-4203-13CE-D169F90FE6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DBCBDDAA-82F2-BC2A-E1C5-BE34EB2DA9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55943F04-1A31-8EB4-8147-F4D407A25B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B6610B59-1479-410C-428C-F8860F91EB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AAF6A154-8259-997C-EA32-2108D3FDCF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44D479FB-0780-37B0-8562-9D63C1ECE8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FDC38416-4D58-6079-F8A4-C59E4AC3F8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8E5C8522-50EB-7DF6-5364-5010F653EA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FF64D7C6-5B8F-175A-E470-1CD7AE78D2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68458801-60C8-9F1B-566D-0A107DED65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741E0DD7-6DE9-274C-A07D-A69697EA50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5EFBD8D0-6DFC-A3AE-D496-F5038BAB35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9268B514-207B-0F66-3FB5-9BA30032CF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76C2F3C1-F162-ACEB-7ABB-3BA6368F6E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F98D4D58-5628-8792-59CC-615CC202D2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A770A231-AEAF-38B6-0BF5-45FA7D90EE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63AC8B7B-3A8B-FF61-FDA2-8A98929DAC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D2C977B6-019E-E076-43E8-D09B16DA81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091853E2-0035-32B2-78D1-9E39BB6FAC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0EE43713-22DA-45D1-34B6-DF787AD5B9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67F98B86-4937-3EB2-8959-18CA5D3AE3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CEA1E9A6-FB80-2128-C70D-651457C483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5A291780-3D70-1912-6007-C891FF94D3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8698544B-864F-0672-0367-A220A7EC03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DA0349B2-C4F5-1F6D-D211-FE33B742EF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DAEBF8AB-0618-5AE8-55CA-3745ED9F04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DFDEE46D-83D6-7C93-1DA0-736BF32FB2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0B0B14AC-F95A-4667-BE07-02F0792C5D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C76EA3FD-D5CA-E03C-86AE-E2E56743F5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9CF3B7D3-E17E-2F47-A5EB-EB7A9D6333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0641C466-E096-1EBF-E6E2-772667E50B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49BECFAD-DE82-4721-1D77-5FA037B55A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7B5DFA2F-A9D1-7090-5A57-DFF549C609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C10EC9AD-E68A-B341-78FD-CA62821C61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vi-VN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926AB852-1C07-319F-CF82-1D644AA353E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746D203B-227C-D3A2-B6E6-A7BFC3A502CE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vi-VN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8D9DDCC1-94F1-FAEB-7AD6-3559CE11C9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84D7CCA0-6035-4267-144F-8E0CC9AE152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F33D8143-C5A6-0BE0-72E5-7F525C466898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ACF371E0-C8FA-9461-C07C-2670E9D11F3E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vi-VN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1998531F-CB21-81C7-BA23-D3C59FF39B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3A0C3AC-860B-8277-4654-31BFD25B38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3678BDEE-2372-926A-E45B-821A55EB47E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F50C814A-906A-F0BB-DEF9-4F1DEBAC69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79ED69CA-914E-8421-08AD-5D763EA1A27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0EAC817-0D30-4863-BEAF-00E6992704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0" r:id="rId2"/>
    <p:sldLayoutId id="2147483901" r:id="rId3"/>
    <p:sldLayoutId id="2147483902" r:id="rId4"/>
    <p:sldLayoutId id="2147483903" r:id="rId5"/>
    <p:sldLayoutId id="2147483904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F1A0596-D3FE-E208-0683-F403F7CC724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Human Speech Production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0B8F4B2C-C886-0B58-FD48-BBE9EF5B48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318EF91F-E57E-18AF-2309-5AC4A26586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Contents</a:t>
            </a:r>
          </a:p>
        </p:txBody>
      </p:sp>
      <p:sp>
        <p:nvSpPr>
          <p:cNvPr id="717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ED72B79-73AA-C2F5-C9A3-20838905E5B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r>
              <a:rPr lang="en-US" altLang="en-US" sz="2000"/>
              <a:t>The Process of Speech Production</a:t>
            </a:r>
          </a:p>
          <a:p>
            <a:r>
              <a:rPr lang="en-US" altLang="en-US" sz="2000"/>
              <a:t>Short-Time Fourier Representation of Speech</a:t>
            </a:r>
          </a:p>
          <a:p>
            <a:r>
              <a:rPr lang="en-US" altLang="en-US" sz="2000"/>
              <a:t>Acoustic Phonetics</a:t>
            </a:r>
          </a:p>
          <a:p>
            <a:r>
              <a:rPr lang="en-US" altLang="en-US" sz="2000"/>
              <a:t>Distinctive Features of The Phonemes English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575F686C-EDD8-622D-539B-D234003DA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CB6FC8C-763B-40E2-9A60-4505E4DAF51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7173" name="Picture 4">
            <a:extLst>
              <a:ext uri="{FF2B5EF4-FFF2-40B4-BE49-F238E27FC236}">
                <a16:creationId xmlns:a16="http://schemas.microsoft.com/office/drawing/2014/main" id="{A8973799-6533-69FB-69CA-5C2496EE4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6604C8D-AA00-9918-C34A-1B3B2193DE8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Process of Speech Production</a:t>
            </a:r>
          </a:p>
        </p:txBody>
      </p:sp>
      <p:pic>
        <p:nvPicPr>
          <p:cNvPr id="8195" name="Picture 3">
            <a:extLst>
              <a:ext uri="{FF2B5EF4-FFF2-40B4-BE49-F238E27FC236}">
                <a16:creationId xmlns:a16="http://schemas.microsoft.com/office/drawing/2014/main" id="{D3EA221E-0D4A-62E7-E117-EE564EFEE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A1628321-5381-6C7A-34B3-C30117A2C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Process of Speech Production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7E59323C-E7D0-CB70-EC0E-AC4F60202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DCE9C17-E257-461C-8983-EA7E1551509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024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1698CB9-BBEC-E2A4-2555-76F5899295B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 </a:t>
            </a:r>
            <a:endParaRPr lang="vi-VN" altLang="en-US" sz="2000" b="1"/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7335EF30-CDA1-C03E-057C-7A8C21FD4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2">
            <a:extLst>
              <a:ext uri="{FF2B5EF4-FFF2-40B4-BE49-F238E27FC236}">
                <a16:creationId xmlns:a16="http://schemas.microsoft.com/office/drawing/2014/main" id="{7A95CB26-2A72-6D58-EF20-8924257A4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3144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Speech Production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 production refers to the process by which humans generate spoken language through the coordinated actions of various anatomical structures.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Importance of Understanding Speech Production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It is essential for studying speech disorders, designing speech technologies, and improving language learning and communication.</a:t>
            </a:r>
            <a:endParaRPr lang="en-US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5B74C685-A242-BE19-289E-720A56A0B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Process of Speech Production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B9380D9C-7FC8-6BD3-D7A5-40B99F688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3BCE87-1406-4D58-9D58-EEA2FBC389F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229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C518528-EF79-8F56-F611-03502CC2959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Anatomy of Speech Organs </a:t>
            </a:r>
            <a:endParaRPr lang="vi-VN" altLang="en-US" sz="2000" b="1"/>
          </a:p>
        </p:txBody>
      </p:sp>
      <p:pic>
        <p:nvPicPr>
          <p:cNvPr id="12293" name="Picture 5">
            <a:extLst>
              <a:ext uri="{FF2B5EF4-FFF2-40B4-BE49-F238E27FC236}">
                <a16:creationId xmlns:a16="http://schemas.microsoft.com/office/drawing/2014/main" id="{2C913B38-7614-024B-C054-76C9E3A9F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Rectangle 1">
            <a:extLst>
              <a:ext uri="{FF2B5EF4-FFF2-40B4-BE49-F238E27FC236}">
                <a16:creationId xmlns:a16="http://schemas.microsoft.com/office/drawing/2014/main" id="{D7B54B45-9282-BD19-4F3E-C0A34086B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743200"/>
            <a:ext cx="2057400" cy="1905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vi-VN" sz="1400" b="1"/>
              <a:t>Respiratory System</a:t>
            </a:r>
          </a:p>
          <a:p>
            <a:pPr eaLnBrk="1" hangingPunct="1"/>
            <a:endParaRPr lang="en-US" altLang="vi-VN" sz="1400" b="1"/>
          </a:p>
          <a:p>
            <a:pPr eaLnBrk="1" hangingPunct="1"/>
            <a:r>
              <a:rPr lang="en-US" altLang="vi-VN" sz="1400"/>
              <a:t>The diaphragm and </a:t>
            </a:r>
          </a:p>
          <a:p>
            <a:pPr eaLnBrk="1" hangingPunct="1"/>
            <a:r>
              <a:rPr lang="en-US" altLang="vi-VN" sz="1400"/>
              <a:t>intercostal muscles </a:t>
            </a:r>
          </a:p>
          <a:p>
            <a:pPr eaLnBrk="1" hangingPunct="1"/>
            <a:r>
              <a:rPr lang="en-US" altLang="vi-VN" sz="1400"/>
              <a:t>control airflow from </a:t>
            </a:r>
          </a:p>
          <a:p>
            <a:pPr eaLnBrk="1" hangingPunct="1"/>
            <a:r>
              <a:rPr lang="en-US" altLang="vi-VN" sz="1400"/>
              <a:t>the lungs through the </a:t>
            </a:r>
          </a:p>
          <a:p>
            <a:pPr eaLnBrk="1" hangingPunct="1"/>
            <a:r>
              <a:rPr lang="en-US" altLang="vi-VN" sz="1400"/>
              <a:t>trachea (windpipe) </a:t>
            </a:r>
          </a:p>
          <a:p>
            <a:pPr eaLnBrk="1" hangingPunct="1"/>
            <a:r>
              <a:rPr lang="en-US" altLang="vi-VN" sz="1400"/>
              <a:t>And into the vocal tract.</a:t>
            </a:r>
          </a:p>
        </p:txBody>
      </p:sp>
      <p:sp>
        <p:nvSpPr>
          <p:cNvPr id="12295" name="Rectangle 2">
            <a:extLst>
              <a:ext uri="{FF2B5EF4-FFF2-40B4-BE49-F238E27FC236}">
                <a16:creationId xmlns:a16="http://schemas.microsoft.com/office/drawing/2014/main" id="{83C51E8B-0AD4-741C-DD01-F034B95DC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743200"/>
            <a:ext cx="2057400" cy="1905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vi-VN" sz="1400" b="1"/>
              <a:t>Phonatory System</a:t>
            </a:r>
          </a:p>
          <a:p>
            <a:pPr eaLnBrk="1" hangingPunct="1"/>
            <a:endParaRPr lang="en-US" altLang="vi-VN" sz="1400" b="1"/>
          </a:p>
          <a:p>
            <a:pPr eaLnBrk="1" hangingPunct="1"/>
            <a:r>
              <a:rPr lang="en-US" altLang="vi-VN" sz="1400"/>
              <a:t>The larynx (voice box) </a:t>
            </a:r>
          </a:p>
          <a:p>
            <a:pPr eaLnBrk="1" hangingPunct="1"/>
            <a:r>
              <a:rPr lang="en-US" altLang="vi-VN" sz="1400"/>
              <a:t>houses the vocal folds </a:t>
            </a:r>
          </a:p>
          <a:p>
            <a:pPr eaLnBrk="1" hangingPunct="1"/>
            <a:r>
              <a:rPr lang="en-US" altLang="vi-VN" sz="1400"/>
              <a:t>(vocal cords), which </a:t>
            </a:r>
          </a:p>
          <a:p>
            <a:pPr eaLnBrk="1" hangingPunct="1"/>
            <a:r>
              <a:rPr lang="en-US" altLang="vi-VN" sz="1400"/>
              <a:t>vibrate when air passes </a:t>
            </a:r>
          </a:p>
          <a:p>
            <a:pPr eaLnBrk="1" hangingPunct="1"/>
            <a:r>
              <a:rPr lang="en-US" altLang="vi-VN" sz="1400"/>
              <a:t>through, producing </a:t>
            </a:r>
          </a:p>
          <a:p>
            <a:pPr eaLnBrk="1" hangingPunct="1"/>
            <a:r>
              <a:rPr lang="en-US" altLang="vi-VN" sz="1400"/>
              <a:t>voiced sounds.</a:t>
            </a:r>
          </a:p>
        </p:txBody>
      </p:sp>
      <p:sp>
        <p:nvSpPr>
          <p:cNvPr id="12296" name="Rectangle 3">
            <a:extLst>
              <a:ext uri="{FF2B5EF4-FFF2-40B4-BE49-F238E27FC236}">
                <a16:creationId xmlns:a16="http://schemas.microsoft.com/office/drawing/2014/main" id="{E979B909-C744-D660-75ED-53C3BA9E7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743200"/>
            <a:ext cx="2057400" cy="1905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vi-VN" sz="1400" b="1"/>
              <a:t>Articulatory System</a:t>
            </a:r>
          </a:p>
          <a:p>
            <a:pPr eaLnBrk="1" hangingPunct="1"/>
            <a:endParaRPr lang="en-US" altLang="vi-VN" sz="1400" b="1"/>
          </a:p>
          <a:p>
            <a:pPr eaLnBrk="1" hangingPunct="1"/>
            <a:r>
              <a:rPr lang="en-US" altLang="vi-VN" sz="1400"/>
              <a:t>Includes the tongue, </a:t>
            </a:r>
          </a:p>
          <a:p>
            <a:pPr eaLnBrk="1" hangingPunct="1"/>
            <a:r>
              <a:rPr lang="en-US" altLang="vi-VN" sz="1400"/>
              <a:t>lips, teeth, palate, and </a:t>
            </a:r>
          </a:p>
          <a:p>
            <a:pPr eaLnBrk="1" hangingPunct="1"/>
            <a:r>
              <a:rPr lang="en-US" altLang="vi-VN" sz="1400"/>
              <a:t>jaw, which shapes the </a:t>
            </a:r>
          </a:p>
          <a:p>
            <a:pPr eaLnBrk="1" hangingPunct="1"/>
            <a:r>
              <a:rPr lang="en-US" altLang="vi-VN" sz="1400"/>
              <a:t>airflow into specific </a:t>
            </a:r>
          </a:p>
          <a:p>
            <a:pPr eaLnBrk="1" hangingPunct="1"/>
            <a:r>
              <a:rPr lang="en-US" altLang="vi-VN" sz="1400"/>
              <a:t>speech sounds </a:t>
            </a:r>
          </a:p>
          <a:p>
            <a:pPr eaLnBrk="1" hangingPunct="1"/>
            <a:r>
              <a:rPr lang="en-US" altLang="vi-VN" sz="1400"/>
              <a:t>(consonants and vowels)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CCFC13D-A764-3850-3947-A10D2B4DD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Process of Speech Production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AB94A894-37DB-54CD-E310-A1E6BCCE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3D894B-4995-4755-A55A-9897A951D13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434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727670C-784C-F70E-04FD-B9FDC5AD887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Physiology of Speech Production</a:t>
            </a:r>
            <a:endParaRPr lang="vi-VN" altLang="en-US" sz="2000" b="1"/>
          </a:p>
        </p:txBody>
      </p:sp>
      <p:pic>
        <p:nvPicPr>
          <p:cNvPr id="14341" name="Picture 5">
            <a:extLst>
              <a:ext uri="{FF2B5EF4-FFF2-40B4-BE49-F238E27FC236}">
                <a16:creationId xmlns:a16="http://schemas.microsoft.com/office/drawing/2014/main" id="{DF3A725F-7580-BB37-F0B2-CCD6C3846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2">
            <a:extLst>
              <a:ext uri="{FF2B5EF4-FFF2-40B4-BE49-F238E27FC236}">
                <a16:creationId xmlns:a16="http://schemas.microsoft.com/office/drawing/2014/main" id="{AEB024A1-8175-39CA-7032-ED1FA89174A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65187" y="2286000"/>
            <a:ext cx="7566025" cy="3479158"/>
          </a:xfrm>
          <a:prstGeom prst="rect">
            <a:avLst/>
          </a:prstGeom>
          <a:blipFill>
            <a:blip r:embed="rId4"/>
            <a:stretch>
              <a:fillRect l="-725" t="-876" r="-1289" b="-1751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FFF245D9-E894-9211-5F55-1A1FE6D62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Process of Speech Production</a:t>
            </a: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A6DA134A-EB09-1A44-C3FF-499AA62D8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D92991-881B-4D35-A95D-606975AEC7C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638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73241CE-A813-49AC-58B1-68423D1A4FC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Phonation Process </a:t>
            </a:r>
            <a:endParaRPr lang="vi-VN" altLang="en-US" sz="2000" b="1"/>
          </a:p>
        </p:txBody>
      </p:sp>
      <p:pic>
        <p:nvPicPr>
          <p:cNvPr id="16389" name="Picture 5">
            <a:extLst>
              <a:ext uri="{FF2B5EF4-FFF2-40B4-BE49-F238E27FC236}">
                <a16:creationId xmlns:a16="http://schemas.microsoft.com/office/drawing/2014/main" id="{95B55DC5-5074-E966-7190-F87004DC4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Box 2">
            <a:extLst>
              <a:ext uri="{FF2B5EF4-FFF2-40B4-BE49-F238E27FC236}">
                <a16:creationId xmlns:a16="http://schemas.microsoft.com/office/drawing/2014/main" id="{F9FA5014-AFC5-DDA0-216C-5A53D5631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15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Vocal Folds and Glottis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The glottis is the opening between the vocal folds in the larynx.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Phonation occurs when the vocal folds vibrate due to airflow, producing a buzzing sound.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Types of Phonation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Modal voice (normal phonation), breathy voice (increased airflow), and creaky voice (decreased airflow).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856AB27E-95FA-39E0-FFBE-274C7903AA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Process of Speech Production</a:t>
            </a: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B82E7CEE-3D22-AC57-6932-B6B0543C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83933D-EFE4-48D4-B575-483FB6C6CCC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843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1B2EB4B-0E71-2D5B-4759-878073ED954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Articulation of Speech Sounds </a:t>
            </a:r>
            <a:endParaRPr lang="vi-VN" altLang="en-US" sz="2000" b="1"/>
          </a:p>
        </p:txBody>
      </p:sp>
      <p:pic>
        <p:nvPicPr>
          <p:cNvPr id="18437" name="Picture 5">
            <a:extLst>
              <a:ext uri="{FF2B5EF4-FFF2-40B4-BE49-F238E27FC236}">
                <a16:creationId xmlns:a16="http://schemas.microsoft.com/office/drawing/2014/main" id="{8CA7FC88-45CA-C47B-548B-785F84786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Box 2">
            <a:extLst>
              <a:ext uri="{FF2B5EF4-FFF2-40B4-BE49-F238E27FC236}">
                <a16:creationId xmlns:a16="http://schemas.microsoft.com/office/drawing/2014/main" id="{C6B90415-F6B3-3694-4844-5F42EB17F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4278312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3144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Role of Articulators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Articulators such as the lips, tongue, teeth, palate, and jaw shape the vocal tract to produce different speech sounds.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Place and Manner of Articulation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 sounds are classified based on where (place) and how (manner) they are produced in the vocal tract (e.g., bilabial, alveolar, velar).</a:t>
            </a:r>
            <a:endParaRPr lang="en-US" altLang="en-US" sz="1600"/>
          </a:p>
        </p:txBody>
      </p:sp>
      <p:pic>
        <p:nvPicPr>
          <p:cNvPr id="18439" name="Picture 2">
            <a:extLst>
              <a:ext uri="{FF2B5EF4-FFF2-40B4-BE49-F238E27FC236}">
                <a16:creationId xmlns:a16="http://schemas.microsoft.com/office/drawing/2014/main" id="{F6D76B42-F1EE-8CBB-39FB-881F22B30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401888"/>
            <a:ext cx="2743200" cy="279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6F3FDD5-4DFD-FF62-997B-5C2DE77D1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Process of Speech Production</a:t>
            </a:r>
          </a:p>
        </p:txBody>
      </p:sp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66280ED7-61AD-20B3-8039-60E28BF6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17B2D6-B9D2-4FD5-B735-06DCD6EB4D1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048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B671D10-E4B3-AB88-A246-5DD21732E23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Neural Control of Speech </a:t>
            </a:r>
            <a:endParaRPr lang="vi-VN" altLang="en-US" sz="2000" b="1"/>
          </a:p>
        </p:txBody>
      </p:sp>
      <p:pic>
        <p:nvPicPr>
          <p:cNvPr id="20485" name="Picture 5">
            <a:extLst>
              <a:ext uri="{FF2B5EF4-FFF2-40B4-BE49-F238E27FC236}">
                <a16:creationId xmlns:a16="http://schemas.microsoft.com/office/drawing/2014/main" id="{C9EA169D-E841-0260-626C-9C501EE78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Box 2">
            <a:extLst>
              <a:ext uri="{FF2B5EF4-FFF2-40B4-BE49-F238E27FC236}">
                <a16:creationId xmlns:a16="http://schemas.microsoft.com/office/drawing/2014/main" id="{62FE6757-EA73-884F-062A-61C5AAE76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3144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Brain Areas Involved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motor cortex, Broca's area, cerebellum, and brainstem regions coordinate speech movements and control muscle activity.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Neural Pathways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Motor commands for speech are transmitted via cranial nerves to the muscles of the speech organs.</a:t>
            </a:r>
            <a:endParaRPr lang="en-US" alt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FD783D0E-35F6-CAF2-D42F-B9226A891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The Process of Speech Production</a:t>
            </a:r>
          </a:p>
        </p:txBody>
      </p:sp>
      <p:sp>
        <p:nvSpPr>
          <p:cNvPr id="22531" name="Slide Number Placeholder 5">
            <a:extLst>
              <a:ext uri="{FF2B5EF4-FFF2-40B4-BE49-F238E27FC236}">
                <a16:creationId xmlns:a16="http://schemas.microsoft.com/office/drawing/2014/main" id="{147288E5-29DF-AACB-008D-78D78E9F9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B52C65-7F0A-40BD-9FAB-906D53CF4E0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25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AC20785-4EDF-50B7-3F51-10DCFCB7E98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Neural Control of Speech </a:t>
            </a:r>
            <a:endParaRPr lang="vi-VN" altLang="en-US" sz="2000" b="1"/>
          </a:p>
        </p:txBody>
      </p:sp>
      <p:pic>
        <p:nvPicPr>
          <p:cNvPr id="22533" name="Picture 5">
            <a:extLst>
              <a:ext uri="{FF2B5EF4-FFF2-40B4-BE49-F238E27FC236}">
                <a16:creationId xmlns:a16="http://schemas.microsoft.com/office/drawing/2014/main" id="{2638C599-CEC7-D8C6-833B-DE6A181A7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Rectangle 1">
            <a:extLst>
              <a:ext uri="{FF2B5EF4-FFF2-40B4-BE49-F238E27FC236}">
                <a16:creationId xmlns:a16="http://schemas.microsoft.com/office/drawing/2014/main" id="{9FA43E46-96D1-7340-2A97-0ECA125AE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2473325"/>
            <a:ext cx="72390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vi-VN" sz="1400" b="1"/>
              <a:t>Motor Cortex and Motor Planning</a:t>
            </a:r>
          </a:p>
          <a:p>
            <a:pPr eaLnBrk="1" hangingPunct="1"/>
            <a:r>
              <a:rPr lang="en-US" altLang="vi-VN" sz="1400"/>
              <a:t>The motor cortex in the brain plans and executes voluntary movements, including speech </a:t>
            </a:r>
          </a:p>
          <a:p>
            <a:pPr eaLnBrk="1" hangingPunct="1"/>
            <a:r>
              <a:rPr lang="en-US" altLang="vi-VN" sz="1400"/>
              <a:t>articulation.</a:t>
            </a:r>
          </a:p>
        </p:txBody>
      </p:sp>
      <p:sp>
        <p:nvSpPr>
          <p:cNvPr id="22535" name="Rectangle 2">
            <a:extLst>
              <a:ext uri="{FF2B5EF4-FFF2-40B4-BE49-F238E27FC236}">
                <a16:creationId xmlns:a16="http://schemas.microsoft.com/office/drawing/2014/main" id="{1710A18C-FF4F-8AA0-BE0C-93FC8DCC5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3463925"/>
            <a:ext cx="72390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vi-VN" sz="1400" b="1"/>
              <a:t>Broca's Area and Speech Production</a:t>
            </a:r>
          </a:p>
          <a:p>
            <a:pPr eaLnBrk="1" hangingPunct="1"/>
            <a:r>
              <a:rPr lang="en-US" altLang="vi-VN" sz="1400"/>
              <a:t>Broca's area, located in the frontal lobe, is involved in the motor planning of speech </a:t>
            </a:r>
          </a:p>
          <a:p>
            <a:pPr eaLnBrk="1" hangingPunct="1"/>
            <a:r>
              <a:rPr lang="en-US" altLang="vi-VN" sz="1400"/>
              <a:t>production.</a:t>
            </a:r>
          </a:p>
        </p:txBody>
      </p:sp>
      <p:sp>
        <p:nvSpPr>
          <p:cNvPr id="22536" name="Rectangle 3">
            <a:extLst>
              <a:ext uri="{FF2B5EF4-FFF2-40B4-BE49-F238E27FC236}">
                <a16:creationId xmlns:a16="http://schemas.microsoft.com/office/drawing/2014/main" id="{A8734974-F8A3-29A0-B74F-AD597CCBD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4454525"/>
            <a:ext cx="72390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vi-VN" sz="1400" b="1"/>
              <a:t>Cerebellum and Motor Coordination</a:t>
            </a:r>
          </a:p>
          <a:p>
            <a:pPr eaLnBrk="1" hangingPunct="1"/>
            <a:r>
              <a:rPr lang="en-US" altLang="vi-VN" sz="1400"/>
              <a:t>The cerebellum coordinates and refines motor movements, ensuring precise articulation </a:t>
            </a:r>
          </a:p>
          <a:p>
            <a:pPr eaLnBrk="1" hangingPunct="1"/>
            <a:r>
              <a:rPr lang="en-US" altLang="vi-VN" sz="1400"/>
              <a:t>during speech production.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500B1C9B-5595-8960-9B73-7DCFE4792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800"/>
              <a:t>The Process of Speech Production</a:t>
            </a:r>
          </a:p>
        </p:txBody>
      </p:sp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37A86DBC-926E-7FA0-49C5-9B27A2399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2FF986A-C435-4E6C-ACEF-0C7F002D093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458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9B8CF02-3D89-B2A5-AFD4-932623A02DE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Stages of Speech Production </a:t>
            </a:r>
            <a:endParaRPr lang="vi-VN" altLang="en-US" sz="2000" b="1"/>
          </a:p>
        </p:txBody>
      </p:sp>
      <p:pic>
        <p:nvPicPr>
          <p:cNvPr id="24581" name="Picture 5">
            <a:extLst>
              <a:ext uri="{FF2B5EF4-FFF2-40B4-BE49-F238E27FC236}">
                <a16:creationId xmlns:a16="http://schemas.microsoft.com/office/drawing/2014/main" id="{0E139101-D188-B989-99CE-6684FA9E7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B139976-052F-B61E-1B07-7E424E41FFA1}"/>
              </a:ext>
            </a:extLst>
          </p:cNvPr>
          <p:cNvGraphicFramePr/>
          <p:nvPr/>
        </p:nvGraphicFramePr>
        <p:xfrm>
          <a:off x="914400" y="2439405"/>
          <a:ext cx="3733800" cy="248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1F4DA62C-7EDD-4867-7590-20D7BE11C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800"/>
              <a:t>The Process of Speech Production</a:t>
            </a:r>
          </a:p>
        </p:txBody>
      </p:sp>
      <p:sp>
        <p:nvSpPr>
          <p:cNvPr id="26627" name="Slide Number Placeholder 5">
            <a:extLst>
              <a:ext uri="{FF2B5EF4-FFF2-40B4-BE49-F238E27FC236}">
                <a16:creationId xmlns:a16="http://schemas.microsoft.com/office/drawing/2014/main" id="{0BF41CE3-9DC8-D966-E18D-33261D220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773C58-9EE2-4558-A230-0E297879150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66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FD27A53-F448-826B-D273-777CBE1FD3E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Stages of Speech Production </a:t>
            </a:r>
            <a:endParaRPr lang="vi-VN" altLang="en-US" sz="2000" b="1"/>
          </a:p>
        </p:txBody>
      </p:sp>
      <p:pic>
        <p:nvPicPr>
          <p:cNvPr id="26629" name="Picture 5">
            <a:extLst>
              <a:ext uri="{FF2B5EF4-FFF2-40B4-BE49-F238E27FC236}">
                <a16:creationId xmlns:a16="http://schemas.microsoft.com/office/drawing/2014/main" id="{BEEB5900-5947-A92A-F4A2-B3DB2E0D61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BA176AC-E221-204D-CE7A-AB7047EA75E5}"/>
              </a:ext>
            </a:extLst>
          </p:cNvPr>
          <p:cNvGraphicFramePr/>
          <p:nvPr/>
        </p:nvGraphicFramePr>
        <p:xfrm>
          <a:off x="914400" y="2439405"/>
          <a:ext cx="3733800" cy="248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6631" name="Rectangle 2">
            <a:extLst>
              <a:ext uri="{FF2B5EF4-FFF2-40B4-BE49-F238E27FC236}">
                <a16:creationId xmlns:a16="http://schemas.microsoft.com/office/drawing/2014/main" id="{BF1CEBF5-C5CC-2A14-C1F2-0A086660A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438400"/>
            <a:ext cx="2819400" cy="2489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vi-VN"/>
              <a:t>The speaker forms </a:t>
            </a:r>
          </a:p>
          <a:p>
            <a:pPr eaLnBrk="1" hangingPunct="1"/>
            <a:r>
              <a:rPr lang="en-US" altLang="vi-VN"/>
              <a:t>linguistic concepts </a:t>
            </a:r>
          </a:p>
          <a:p>
            <a:pPr eaLnBrk="1" hangingPunct="1"/>
            <a:r>
              <a:rPr lang="en-US" altLang="vi-VN"/>
              <a:t>and selects </a:t>
            </a:r>
          </a:p>
          <a:p>
            <a:pPr eaLnBrk="1" hangingPunct="1"/>
            <a:r>
              <a:rPr lang="en-US" altLang="vi-VN"/>
              <a:t>appropriate words </a:t>
            </a:r>
          </a:p>
          <a:p>
            <a:pPr eaLnBrk="1" hangingPunct="1"/>
            <a:r>
              <a:rPr lang="en-US" altLang="vi-VN"/>
              <a:t>and sentences to </a:t>
            </a:r>
          </a:p>
          <a:p>
            <a:pPr eaLnBrk="1" hangingPunct="1"/>
            <a:r>
              <a:rPr lang="en-US" altLang="vi-VN"/>
              <a:t>convey meaning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9B99DF20-7E9B-7B11-2EA1-643F352B96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800"/>
              <a:t>The Process of Speech Production</a:t>
            </a:r>
          </a:p>
        </p:txBody>
      </p:sp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190BACD2-E855-D996-E3B0-293637606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6367E8-7E8F-454E-AB2E-5D0E6D360EB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867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05FC491-2D94-BF47-5655-AD3F0EC0AD4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Stages of Speech Production </a:t>
            </a:r>
            <a:endParaRPr lang="vi-VN" altLang="en-US" sz="2000" b="1"/>
          </a:p>
        </p:txBody>
      </p:sp>
      <p:pic>
        <p:nvPicPr>
          <p:cNvPr id="28677" name="Picture 5">
            <a:extLst>
              <a:ext uri="{FF2B5EF4-FFF2-40B4-BE49-F238E27FC236}">
                <a16:creationId xmlns:a16="http://schemas.microsoft.com/office/drawing/2014/main" id="{7C43F54C-7EC6-E1BF-6FC9-CC57E7940D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94287A4-3706-4A87-E3F0-C9F5537FB329}"/>
              </a:ext>
            </a:extLst>
          </p:cNvPr>
          <p:cNvGraphicFramePr/>
          <p:nvPr/>
        </p:nvGraphicFramePr>
        <p:xfrm>
          <a:off x="914400" y="2439405"/>
          <a:ext cx="3733800" cy="248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8679" name="Rectangle 2">
            <a:extLst>
              <a:ext uri="{FF2B5EF4-FFF2-40B4-BE49-F238E27FC236}">
                <a16:creationId xmlns:a16="http://schemas.microsoft.com/office/drawing/2014/main" id="{D36B6D67-59EC-CF9E-22D7-B92467C7D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438400"/>
            <a:ext cx="2819400" cy="2819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vi-VN"/>
              <a:t>Neural signals from </a:t>
            </a:r>
          </a:p>
          <a:p>
            <a:pPr eaLnBrk="1" hangingPunct="1"/>
            <a:r>
              <a:rPr lang="en-US" altLang="vi-VN"/>
              <a:t>the brain translate </a:t>
            </a:r>
          </a:p>
          <a:p>
            <a:pPr eaLnBrk="1" hangingPunct="1"/>
            <a:r>
              <a:rPr lang="en-US" altLang="vi-VN"/>
              <a:t>linguistic </a:t>
            </a:r>
          </a:p>
          <a:p>
            <a:pPr eaLnBrk="1" hangingPunct="1"/>
            <a:r>
              <a:rPr lang="en-US" altLang="vi-VN"/>
              <a:t>representations </a:t>
            </a:r>
          </a:p>
          <a:p>
            <a:pPr eaLnBrk="1" hangingPunct="1"/>
            <a:r>
              <a:rPr lang="en-US" altLang="vi-VN"/>
              <a:t>into motor </a:t>
            </a:r>
          </a:p>
          <a:p>
            <a:pPr eaLnBrk="1" hangingPunct="1"/>
            <a:r>
              <a:rPr lang="en-US" altLang="vi-VN"/>
              <a:t>commands for </a:t>
            </a:r>
          </a:p>
          <a:p>
            <a:pPr eaLnBrk="1" hangingPunct="1"/>
            <a:r>
              <a:rPr lang="en-US" altLang="vi-VN"/>
              <a:t>speech movements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9D910D52-CBFE-1087-2BE6-02EFCA6813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800"/>
              <a:t>The Process of Speech Production</a:t>
            </a:r>
          </a:p>
        </p:txBody>
      </p:sp>
      <p:sp>
        <p:nvSpPr>
          <p:cNvPr id="30723" name="Slide Number Placeholder 5">
            <a:extLst>
              <a:ext uri="{FF2B5EF4-FFF2-40B4-BE49-F238E27FC236}">
                <a16:creationId xmlns:a16="http://schemas.microsoft.com/office/drawing/2014/main" id="{BDE801FB-4A85-4825-8C48-33E5FC55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0C74E6-2A8C-4A9D-BC6D-19B6E7D1E99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3072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64949AD-A394-EB74-C615-FADE1B92D93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Stages of Speech Production </a:t>
            </a:r>
            <a:endParaRPr lang="vi-VN" altLang="en-US" sz="2000" b="1"/>
          </a:p>
        </p:txBody>
      </p:sp>
      <p:pic>
        <p:nvPicPr>
          <p:cNvPr id="30725" name="Picture 5">
            <a:extLst>
              <a:ext uri="{FF2B5EF4-FFF2-40B4-BE49-F238E27FC236}">
                <a16:creationId xmlns:a16="http://schemas.microsoft.com/office/drawing/2014/main" id="{09CEB586-C467-1843-188F-FD7C9B258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6F300FE-ABC2-34E4-546A-3EFC20C1D0C5}"/>
              </a:ext>
            </a:extLst>
          </p:cNvPr>
          <p:cNvGraphicFramePr/>
          <p:nvPr/>
        </p:nvGraphicFramePr>
        <p:xfrm>
          <a:off x="914400" y="2439405"/>
          <a:ext cx="3733800" cy="248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0727" name="Rectangle 2">
            <a:extLst>
              <a:ext uri="{FF2B5EF4-FFF2-40B4-BE49-F238E27FC236}">
                <a16:creationId xmlns:a16="http://schemas.microsoft.com/office/drawing/2014/main" id="{89CC41CA-ABF1-39C6-DD97-F82786D9F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438400"/>
            <a:ext cx="2819400" cy="2489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vi-VN"/>
              <a:t>Muscles in the vocal </a:t>
            </a:r>
          </a:p>
          <a:p>
            <a:pPr eaLnBrk="1" hangingPunct="1"/>
            <a:r>
              <a:rPr lang="en-US" altLang="vi-VN"/>
              <a:t>tract execute </a:t>
            </a:r>
          </a:p>
          <a:p>
            <a:pPr eaLnBrk="1" hangingPunct="1"/>
            <a:r>
              <a:rPr lang="en-US" altLang="vi-VN"/>
              <a:t>precise movements </a:t>
            </a:r>
          </a:p>
          <a:p>
            <a:pPr eaLnBrk="1" hangingPunct="1"/>
            <a:r>
              <a:rPr lang="en-US" altLang="vi-VN"/>
              <a:t>to produce speech </a:t>
            </a:r>
          </a:p>
          <a:p>
            <a:pPr eaLnBrk="1" hangingPunct="1"/>
            <a:r>
              <a:rPr lang="en-US" altLang="vi-VN"/>
              <a:t>sounds based on </a:t>
            </a:r>
          </a:p>
          <a:p>
            <a:pPr eaLnBrk="1" hangingPunct="1"/>
            <a:r>
              <a:rPr lang="en-US" altLang="vi-VN"/>
              <a:t>motor plans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3298E66-342A-182B-5217-28C30AF6FF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705600" cy="1143000"/>
          </a:xfrm>
        </p:spPr>
        <p:txBody>
          <a:bodyPr/>
          <a:lstStyle/>
          <a:p>
            <a:pPr eaLnBrk="1" hangingPunct="1"/>
            <a:r>
              <a:rPr lang="en-US" altLang="en-US"/>
              <a:t>Short-Time Fourier Representation of Speech</a:t>
            </a:r>
          </a:p>
        </p:txBody>
      </p:sp>
      <p:pic>
        <p:nvPicPr>
          <p:cNvPr id="32771" name="Picture 3">
            <a:extLst>
              <a:ext uri="{FF2B5EF4-FFF2-40B4-BE49-F238E27FC236}">
                <a16:creationId xmlns:a16="http://schemas.microsoft.com/office/drawing/2014/main" id="{7D716178-21EC-558D-6B64-C1775C363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F54BA7CD-4124-3A51-F9E5-31C7C2404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Short-Time Fourier Representation of Speech</a:t>
            </a:r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C2930E2B-A97A-19DC-1FBA-1E8EF653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D0F4E7-A149-47AB-856D-97AB77F8D5D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3482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8CEA383-B92B-F7AF-2F61-DF7509D418B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34821" name="Picture 5">
            <a:extLst>
              <a:ext uri="{FF2B5EF4-FFF2-40B4-BE49-F238E27FC236}">
                <a16:creationId xmlns:a16="http://schemas.microsoft.com/office/drawing/2014/main" id="{6FFA21F4-EA36-3336-3835-6F7897A5A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TextBox 2">
            <a:extLst>
              <a:ext uri="{FF2B5EF4-FFF2-40B4-BE49-F238E27FC236}">
                <a16:creationId xmlns:a16="http://schemas.microsoft.com/office/drawing/2014/main" id="{80EF27BE-A891-F76F-BE3D-AD6EB9BF0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3144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Overview of Spectrogram Analysis: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Introduction to time-frequency analysis methods for speech signals.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Role of STFT in Speech Processing: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STFT is a valuable tool for analyzing non-stationary signals like speech by revealing its time-varying frequency content.</a:t>
            </a:r>
            <a:endParaRPr lang="en-US" altLang="en-US"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A6B53519-FEE4-60F9-72C0-58BF03F31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Short-Time Fourier Representation of Speech</a:t>
            </a:r>
          </a:p>
        </p:txBody>
      </p:sp>
      <p:sp>
        <p:nvSpPr>
          <p:cNvPr id="36867" name="Slide Number Placeholder 5">
            <a:extLst>
              <a:ext uri="{FF2B5EF4-FFF2-40B4-BE49-F238E27FC236}">
                <a16:creationId xmlns:a16="http://schemas.microsoft.com/office/drawing/2014/main" id="{5CACE296-36DC-0FC1-D0EB-4BB122062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F38CA9-802C-47F3-934E-1160A7E5703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3686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E763E0B-C3C1-05C9-5344-5066D7DB500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36869" name="Picture 5">
            <a:extLst>
              <a:ext uri="{FF2B5EF4-FFF2-40B4-BE49-F238E27FC236}">
                <a16:creationId xmlns:a16="http://schemas.microsoft.com/office/drawing/2014/main" id="{EECDEEA3-48A1-7F33-B2F2-6EEECEEE44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TextBox 2">
            <a:extLst>
              <a:ext uri="{FF2B5EF4-FFF2-40B4-BE49-F238E27FC236}">
                <a16:creationId xmlns:a16="http://schemas.microsoft.com/office/drawing/2014/main" id="{890D302D-E107-59A4-813D-FE1988161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38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Overview of Spectrogram Analysis: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6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Spectrogram analysis is crucial for examining the time-varying frequency content of non-stationary signals like speech.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Role of STFT in Speech Processing: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6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The Short-Time Fourier Transform (STFT) analyzes how a signal's frequency content changes over time.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6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In speech processing, STFT helps visualize and understand the spectral characteristics of speech signals, which is essential for speech recognition, identification, and enhancement.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C3A225F8-BC4E-032D-241E-A26643D08A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Short-Time Fourier Representation of Speech</a:t>
            </a:r>
          </a:p>
        </p:txBody>
      </p:sp>
      <p:sp>
        <p:nvSpPr>
          <p:cNvPr id="38915" name="Slide Number Placeholder 5">
            <a:extLst>
              <a:ext uri="{FF2B5EF4-FFF2-40B4-BE49-F238E27FC236}">
                <a16:creationId xmlns:a16="http://schemas.microsoft.com/office/drawing/2014/main" id="{3D5D5D25-FDB2-B02A-AAF6-EAB762A1E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DDEE02-6ECC-4B9F-8F3D-D6F9008E052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3891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0ABEF1A-766A-466B-621D-A372CF4E230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Basics of Fourier Transform</a:t>
            </a:r>
            <a:endParaRPr lang="vi-VN" altLang="en-US" sz="2000" b="1"/>
          </a:p>
        </p:txBody>
      </p:sp>
      <p:pic>
        <p:nvPicPr>
          <p:cNvPr id="38917" name="Picture 5">
            <a:extLst>
              <a:ext uri="{FF2B5EF4-FFF2-40B4-BE49-F238E27FC236}">
                <a16:creationId xmlns:a16="http://schemas.microsoft.com/office/drawing/2014/main" id="{997E5D73-ADC4-CF2D-BDD2-45516CCAD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2">
            <a:extLst>
              <a:ext uri="{FF2B5EF4-FFF2-40B4-BE49-F238E27FC236}">
                <a16:creationId xmlns:a16="http://schemas.microsoft.com/office/drawing/2014/main" id="{D0CF6C64-C342-95EC-306B-65FF87A2788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903288" y="2401888"/>
            <a:ext cx="7566025" cy="3055003"/>
          </a:xfrm>
          <a:prstGeom prst="rect">
            <a:avLst/>
          </a:prstGeom>
          <a:blipFill>
            <a:blip r:embed="rId4"/>
            <a:stretch>
              <a:fillRect l="-645" t="-998" b="-1597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0965D552-FA63-02A3-76DE-6CA439E538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Short-Time Fourier Representation of Speech</a:t>
            </a:r>
          </a:p>
        </p:txBody>
      </p:sp>
      <p:sp>
        <p:nvSpPr>
          <p:cNvPr id="40963" name="Slide Number Placeholder 5">
            <a:extLst>
              <a:ext uri="{FF2B5EF4-FFF2-40B4-BE49-F238E27FC236}">
                <a16:creationId xmlns:a16="http://schemas.microsoft.com/office/drawing/2014/main" id="{CC8A6FA3-1E6B-A017-C937-A9D78ABBD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71A887-6085-4078-B68F-3A6B76E0956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4096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E9D539C-E008-FB45-3DF7-14031E83016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Short-Time Fourier Transform (STFT)</a:t>
            </a:r>
            <a:endParaRPr lang="vi-VN" altLang="en-US" sz="2000" b="1"/>
          </a:p>
        </p:txBody>
      </p:sp>
      <p:pic>
        <p:nvPicPr>
          <p:cNvPr id="40965" name="Picture 5">
            <a:extLst>
              <a:ext uri="{FF2B5EF4-FFF2-40B4-BE49-F238E27FC236}">
                <a16:creationId xmlns:a16="http://schemas.microsoft.com/office/drawing/2014/main" id="{D409BD29-2D8C-0F66-8C22-37579E937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2">
            <a:extLst>
              <a:ext uri="{FF2B5EF4-FFF2-40B4-BE49-F238E27FC236}">
                <a16:creationId xmlns:a16="http://schemas.microsoft.com/office/drawing/2014/main" id="{5082E247-0AE8-87A0-3C66-2A84A6D1231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903288" y="2401888"/>
            <a:ext cx="7566025" cy="3332002"/>
          </a:xfrm>
          <a:prstGeom prst="rect">
            <a:avLst/>
          </a:prstGeom>
          <a:blipFill>
            <a:blip r:embed="rId4"/>
            <a:stretch>
              <a:fillRect l="-645" t="-914" b="-1280"/>
            </a:stretch>
          </a:blipFill>
          <a:ln>
            <a:noFill/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547B5B47-1D50-92FE-5C9C-1DEB8C8D8A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Short-Time Fourier Representation of Speech</a:t>
            </a:r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E7461619-3C0E-6212-F1C7-33CBA51B1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1FCCA3-299D-46C7-8A20-FC42FBEF4F4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4301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A0B4234-9CA5-62F6-65F9-BE35CD400EF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Practice</a:t>
            </a:r>
            <a:endParaRPr lang="vi-VN" altLang="en-US" sz="2000" b="1"/>
          </a:p>
        </p:txBody>
      </p:sp>
      <p:pic>
        <p:nvPicPr>
          <p:cNvPr id="43013" name="Picture 5">
            <a:extLst>
              <a:ext uri="{FF2B5EF4-FFF2-40B4-BE49-F238E27FC236}">
                <a16:creationId xmlns:a16="http://schemas.microsoft.com/office/drawing/2014/main" id="{CC382F45-5713-A5CE-22EA-0FBA7B1D2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TextBox 2">
            <a:extLst>
              <a:ext uri="{FF2B5EF4-FFF2-40B4-BE49-F238E27FC236}">
                <a16:creationId xmlns:a16="http://schemas.microsoft.com/office/drawing/2014/main" id="{3463EEED-610D-65B3-E704-2AD839163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197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Objective: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Implement the Short-Time Fourier Transform (STFT) algorithm to analyze the frequency content of a speech signal and visualize the spectrogram.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Requirements</a:t>
            </a: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Python environment with NumPy and SciPy installed.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A speech signal (audio file in WAV format) for 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8C3FEBA6-B238-62E7-A7D8-2236432322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Short-Time Fourier Representation of Speech</a:t>
            </a:r>
          </a:p>
        </p:txBody>
      </p:sp>
      <p:sp>
        <p:nvSpPr>
          <p:cNvPr id="45059" name="Slide Number Placeholder 5">
            <a:extLst>
              <a:ext uri="{FF2B5EF4-FFF2-40B4-BE49-F238E27FC236}">
                <a16:creationId xmlns:a16="http://schemas.microsoft.com/office/drawing/2014/main" id="{7109B7AC-F587-0521-E66B-55CD10A5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15ED2B-213B-46A8-9CEF-3868E8AC80B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4506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A887695-5FF3-781A-EE14-73589128EBA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Practice</a:t>
            </a:r>
            <a:endParaRPr lang="vi-VN" altLang="en-US" sz="2000" b="1"/>
          </a:p>
        </p:txBody>
      </p:sp>
      <p:pic>
        <p:nvPicPr>
          <p:cNvPr id="45061" name="Picture 5">
            <a:extLst>
              <a:ext uri="{FF2B5EF4-FFF2-40B4-BE49-F238E27FC236}">
                <a16:creationId xmlns:a16="http://schemas.microsoft.com/office/drawing/2014/main" id="{851BB003-6C82-52FF-B598-04F3B649FA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2" name="Picture 2">
            <a:extLst>
              <a:ext uri="{FF2B5EF4-FFF2-40B4-BE49-F238E27FC236}">
                <a16:creationId xmlns:a16="http://schemas.microsoft.com/office/drawing/2014/main" id="{D7B4C880-216F-7DF4-8B38-ADFCC6CB7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09800"/>
            <a:ext cx="334327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3" name="Picture 4">
            <a:extLst>
              <a:ext uri="{FF2B5EF4-FFF2-40B4-BE49-F238E27FC236}">
                <a16:creationId xmlns:a16="http://schemas.microsoft.com/office/drawing/2014/main" id="{03E3E257-13C2-1F28-570F-C38944F62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988" y="2438400"/>
            <a:ext cx="3376612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4" name="TextBox 5">
            <a:extLst>
              <a:ext uri="{FF2B5EF4-FFF2-40B4-BE49-F238E27FC236}">
                <a16:creationId xmlns:a16="http://schemas.microsoft.com/office/drawing/2014/main" id="{640A075D-EA0B-40A3-6B3B-A249E918C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2051050"/>
            <a:ext cx="1047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Example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C0CC0641-6F2A-B591-2578-0D52614D37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Short-Time Fourier Representation of Speech</a:t>
            </a:r>
          </a:p>
        </p:txBody>
      </p:sp>
      <p:sp>
        <p:nvSpPr>
          <p:cNvPr id="47107" name="Slide Number Placeholder 5">
            <a:extLst>
              <a:ext uri="{FF2B5EF4-FFF2-40B4-BE49-F238E27FC236}">
                <a16:creationId xmlns:a16="http://schemas.microsoft.com/office/drawing/2014/main" id="{D2C77BDC-BD1A-221F-7B35-B38CFAB6E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7B4B6D-0CED-485A-8A50-0EBB152C86B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4710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0077490-3621-007A-E72A-AC260069B85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Solutions</a:t>
            </a:r>
            <a:endParaRPr lang="vi-VN" altLang="en-US" sz="2000" b="1"/>
          </a:p>
        </p:txBody>
      </p:sp>
      <p:pic>
        <p:nvPicPr>
          <p:cNvPr id="47109" name="Picture 5">
            <a:extLst>
              <a:ext uri="{FF2B5EF4-FFF2-40B4-BE49-F238E27FC236}">
                <a16:creationId xmlns:a16="http://schemas.microsoft.com/office/drawing/2014/main" id="{B9AEF1AD-2ACA-A7A1-67CC-E634C6210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0" name="Picture 3">
            <a:extLst>
              <a:ext uri="{FF2B5EF4-FFF2-40B4-BE49-F238E27FC236}">
                <a16:creationId xmlns:a16="http://schemas.microsoft.com/office/drawing/2014/main" id="{492A25C7-5747-8DDB-AD66-43BFC28BA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3" y="2209800"/>
            <a:ext cx="7178675" cy="356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6884502C-1EA0-145D-42E8-BC44A81948D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Acoustic Phonetics</a:t>
            </a:r>
          </a:p>
        </p:txBody>
      </p:sp>
      <p:pic>
        <p:nvPicPr>
          <p:cNvPr id="49155" name="Picture 3">
            <a:extLst>
              <a:ext uri="{FF2B5EF4-FFF2-40B4-BE49-F238E27FC236}">
                <a16:creationId xmlns:a16="http://schemas.microsoft.com/office/drawing/2014/main" id="{F844256E-3AD2-5CB0-39B7-0C52220F5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AE2CB991-7472-055A-D9C8-7A3937FD4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Acoustic Phonetics</a:t>
            </a:r>
          </a:p>
        </p:txBody>
      </p:sp>
      <p:sp>
        <p:nvSpPr>
          <p:cNvPr id="51203" name="Slide Number Placeholder 5">
            <a:extLst>
              <a:ext uri="{FF2B5EF4-FFF2-40B4-BE49-F238E27FC236}">
                <a16:creationId xmlns:a16="http://schemas.microsoft.com/office/drawing/2014/main" id="{367C5C63-6D1B-5606-A79D-8900F117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25F992-C4DA-4863-9379-5B23DA5A1F1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5120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2F8CD22-4B30-E804-F154-0FF0DA1937B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51205" name="Picture 5">
            <a:extLst>
              <a:ext uri="{FF2B5EF4-FFF2-40B4-BE49-F238E27FC236}">
                <a16:creationId xmlns:a16="http://schemas.microsoft.com/office/drawing/2014/main" id="{AF1A5221-E73F-8903-BF30-9E121BEE1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6" name="TextBox 2">
            <a:extLst>
              <a:ext uri="{FF2B5EF4-FFF2-40B4-BE49-F238E27FC236}">
                <a16:creationId xmlns:a16="http://schemas.microsoft.com/office/drawing/2014/main" id="{F54CD7AF-ABF5-B2E3-91DA-240863432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Acoustic Phonetics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Acoustic phonetics deals with the physical properties of speech sounds, particularly how they are produced, transmitted, and perceived as acoustic signals.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Importance of Acoustic Analysis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Acoustic analysis helps us understand the relationship between articulatory movements (how speech sounds are produced) and the resulting </a:t>
            </a:r>
            <a:r>
              <a:rPr lang="en-US" altLang="en-US" sz="1400"/>
              <a:t>acoustic properties (how they sound).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7E728D66-8647-DDD7-EAAD-327056A93B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Acoustic Phonetics</a:t>
            </a:r>
          </a:p>
        </p:txBody>
      </p:sp>
      <p:sp>
        <p:nvSpPr>
          <p:cNvPr id="53251" name="Slide Number Placeholder 5">
            <a:extLst>
              <a:ext uri="{FF2B5EF4-FFF2-40B4-BE49-F238E27FC236}">
                <a16:creationId xmlns:a16="http://schemas.microsoft.com/office/drawing/2014/main" id="{A1826B50-F522-3D0E-8C09-0129516D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93BDD2-2D68-45E3-9ED8-3170712E577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5325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77A7213-09D3-6A95-C239-7EEB8FE1FF6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Acoustic Properties of Speech Sounds</a:t>
            </a:r>
            <a:endParaRPr lang="vi-VN" altLang="en-US" sz="2000" b="1"/>
          </a:p>
        </p:txBody>
      </p:sp>
      <p:pic>
        <p:nvPicPr>
          <p:cNvPr id="53253" name="Picture 5">
            <a:extLst>
              <a:ext uri="{FF2B5EF4-FFF2-40B4-BE49-F238E27FC236}">
                <a16:creationId xmlns:a16="http://schemas.microsoft.com/office/drawing/2014/main" id="{ABEBEDF9-D0AF-5A5D-BD4D-E669F0FC7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TextBox 2">
            <a:extLst>
              <a:ext uri="{FF2B5EF4-FFF2-40B4-BE49-F238E27FC236}">
                <a16:creationId xmlns:a16="http://schemas.microsoft.com/office/drawing/2014/main" id="{0A8A0BDA-8762-50AC-CAD6-CA467806A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Fundamental Frequency (F0):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The fundamental frequency represents the rate of vibration of the vocal folds and is perceived as pitch. It is measured in hertz (Hz).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Formants (F1, F2, F3)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Formants are resonant frequencies of the vocal tract that characterize different vowel sounds. They are crucial for vowel perception and are measured in Hz.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Spectral Characteristics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Speech sounds exhibit specific spectral patterns (spectra) due to the resonance frequencies of the vocal tract, which encode information about consonants and vowels.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2991DC35-86AD-6CF5-1687-BFCD947B6E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Acoustic Phonetics</a:t>
            </a:r>
          </a:p>
        </p:txBody>
      </p:sp>
      <p:sp>
        <p:nvSpPr>
          <p:cNvPr id="55299" name="Slide Number Placeholder 5">
            <a:extLst>
              <a:ext uri="{FF2B5EF4-FFF2-40B4-BE49-F238E27FC236}">
                <a16:creationId xmlns:a16="http://schemas.microsoft.com/office/drawing/2014/main" id="{5DA73862-9DC8-DA39-4614-50B1931A0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13397C-2307-4BA2-A3E8-370AD29A39C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5530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46A592F-89F6-E60A-285B-A1160FC18BF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Measurement Techniques in Acoustic Phonetics</a:t>
            </a:r>
            <a:endParaRPr lang="vi-VN" altLang="en-US" sz="2000" b="1"/>
          </a:p>
        </p:txBody>
      </p:sp>
      <p:pic>
        <p:nvPicPr>
          <p:cNvPr id="55301" name="Picture 5">
            <a:extLst>
              <a:ext uri="{FF2B5EF4-FFF2-40B4-BE49-F238E27FC236}">
                <a16:creationId xmlns:a16="http://schemas.microsoft.com/office/drawing/2014/main" id="{B672B14C-1532-5773-5D8C-AA51243C0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F988D629-E4D5-21F9-D4AD-9BE50E927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885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Waveform Analysis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Waveform analysis involves visualizing speech signals in the time domain, showing amplitude variations over time.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Spectrogram Analysis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Spectrograms display speech signals in the time-frequency domain, revealing how energy is distributed across different frequencies over time.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Pitch and Formant Analysis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Pitch can be estimated by analyzing the fundamental frequency, while formants are identified through spectral analysis techniques.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0AD6C6D1-333B-7056-04F6-E138EE418E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Acoustic Phonetics</a:t>
            </a:r>
          </a:p>
        </p:txBody>
      </p:sp>
      <p:sp>
        <p:nvSpPr>
          <p:cNvPr id="57347" name="Slide Number Placeholder 5">
            <a:extLst>
              <a:ext uri="{FF2B5EF4-FFF2-40B4-BE49-F238E27FC236}">
                <a16:creationId xmlns:a16="http://schemas.microsoft.com/office/drawing/2014/main" id="{D13D24D1-F9D5-0E5C-3AFC-B57B0567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71BFC2-4263-4B4C-AC03-0A6244DB89D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5734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64A7BE9-17CB-FC52-B225-33315B06A2F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Acoustic Analysis of Vowels</a:t>
            </a:r>
            <a:endParaRPr lang="vi-VN" altLang="en-US" sz="2000" b="1"/>
          </a:p>
        </p:txBody>
      </p:sp>
      <p:pic>
        <p:nvPicPr>
          <p:cNvPr id="57349" name="Picture 5">
            <a:extLst>
              <a:ext uri="{FF2B5EF4-FFF2-40B4-BE49-F238E27FC236}">
                <a16:creationId xmlns:a16="http://schemas.microsoft.com/office/drawing/2014/main" id="{AD1FE9FD-4058-7B88-F28E-6584804BC2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0" name="TextBox 2">
            <a:extLst>
              <a:ext uri="{FF2B5EF4-FFF2-40B4-BE49-F238E27FC236}">
                <a16:creationId xmlns:a16="http://schemas.microsoft.com/office/drawing/2014/main" id="{BFBC1806-B9C1-5503-5AC6-0209E2C60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885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Vowel Acoustics: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Distinct patterns of formant frequencies characterize vowels. For example: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High front vowel (/i/) typically has high F1 and F2 frequencies.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Low back vowel (/a/) exhibits lower F1 and higher F2 frequencies.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Display spectrograms and corresponding formant tracks of vowel sounds to illustrate their acoustic properties.</a:t>
            </a:r>
            <a:endParaRPr lang="en-US" altLang="en-US"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2B2A3323-FFDC-79B4-1CE6-2369E0BFD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Acoustic Phonetics</a:t>
            </a:r>
          </a:p>
        </p:txBody>
      </p:sp>
      <p:sp>
        <p:nvSpPr>
          <p:cNvPr id="59395" name="Slide Number Placeholder 5">
            <a:extLst>
              <a:ext uri="{FF2B5EF4-FFF2-40B4-BE49-F238E27FC236}">
                <a16:creationId xmlns:a16="http://schemas.microsoft.com/office/drawing/2014/main" id="{BBF5D4BA-68B2-5224-653D-809769F86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4A80A6-43AF-42BE-8751-F56FC00A677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5939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1CE35C6-BFA7-2F53-184F-9FA02868401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Acoustic Analysis of Consonants</a:t>
            </a:r>
            <a:endParaRPr lang="vi-VN" altLang="en-US" sz="2000" b="1"/>
          </a:p>
        </p:txBody>
      </p:sp>
      <p:pic>
        <p:nvPicPr>
          <p:cNvPr id="59397" name="Picture 5">
            <a:extLst>
              <a:ext uri="{FF2B5EF4-FFF2-40B4-BE49-F238E27FC236}">
                <a16:creationId xmlns:a16="http://schemas.microsoft.com/office/drawing/2014/main" id="{6FFE27B2-5C10-BD8E-12C0-B0A96F8C9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TextBox 2">
            <a:extLst>
              <a:ext uri="{FF2B5EF4-FFF2-40B4-BE49-F238E27FC236}">
                <a16:creationId xmlns:a16="http://schemas.microsoft.com/office/drawing/2014/main" id="{1F5DA45F-9916-07CF-3D2C-EC7EC6267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73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885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Consonant Acoustics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Consonants are distinguished by specific acoustic cues related to place and manner of articulation: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Place of articulation: Changes in the frequency spectrum due to constriction location (e.g., /p/ vs. /t/ vs. /k/).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Manner of articulation: Variations in the temporal and spectral charac</a:t>
            </a:r>
            <a:r>
              <a:rPr lang="en-US" altLang="en-US" sz="1400"/>
              <a:t>teristics (e.g., stops, fricatives, nasals).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Show spectrograms highlighting different acoustic features of consonant sounds.</a:t>
            </a:r>
            <a:endParaRPr lang="en-US" altLang="en-US" sz="1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DD4CFA3A-A6A6-E8B3-C412-20DB7C1443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Acoustic Phonetics</a:t>
            </a:r>
          </a:p>
        </p:txBody>
      </p:sp>
      <p:sp>
        <p:nvSpPr>
          <p:cNvPr id="61443" name="Slide Number Placeholder 5">
            <a:extLst>
              <a:ext uri="{FF2B5EF4-FFF2-40B4-BE49-F238E27FC236}">
                <a16:creationId xmlns:a16="http://schemas.microsoft.com/office/drawing/2014/main" id="{FECC6F2C-F649-DCFE-C4D3-3C80FE21E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BCF624-69CB-4366-AC28-4A651E3C065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6144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C5D1DF1-EF2C-C078-7982-858A4CE5F64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Future Directions in Acoustic Phonetics</a:t>
            </a:r>
            <a:endParaRPr lang="vi-VN" altLang="en-US" sz="2000" b="1"/>
          </a:p>
        </p:txBody>
      </p:sp>
      <p:pic>
        <p:nvPicPr>
          <p:cNvPr id="61445" name="Picture 5">
            <a:extLst>
              <a:ext uri="{FF2B5EF4-FFF2-40B4-BE49-F238E27FC236}">
                <a16:creationId xmlns:a16="http://schemas.microsoft.com/office/drawing/2014/main" id="{8DD51527-3B6F-EFAA-D47D-AEB0120AEC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6" name="TextBox 2">
            <a:extLst>
              <a:ext uri="{FF2B5EF4-FFF2-40B4-BE49-F238E27FC236}">
                <a16:creationId xmlns:a16="http://schemas.microsoft.com/office/drawing/2014/main" id="{75544100-D664-714E-EEA9-ADAF1E6B8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Advances in Technology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Machine learning and deep learning techniques are transforming acoustic phonetic research, enabling more sophisticated analyses.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Multimodal Approaches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Integration of acoustic data with articulatory and linguistic information for comprehensive phonetic studies.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Research Opportunities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Using advanced acoustic methodologies, explore emerging areas such as cross-linguistic studies, speech synthesis, and neurophonetics.</a:t>
            </a:r>
            <a:endParaRPr lang="en-US" altLang="en-US" sz="1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B2BD4427-4BAF-C9CC-955C-4343FD7435D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Distinctive Features of The Phonemes English</a:t>
            </a:r>
          </a:p>
        </p:txBody>
      </p:sp>
      <p:pic>
        <p:nvPicPr>
          <p:cNvPr id="63491" name="Picture 3">
            <a:extLst>
              <a:ext uri="{FF2B5EF4-FFF2-40B4-BE49-F238E27FC236}">
                <a16:creationId xmlns:a16="http://schemas.microsoft.com/office/drawing/2014/main" id="{ECB974C7-7722-3AE1-E29D-3290039D0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1110B167-2C79-EC72-11C6-BD94E4D52E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Distinctive Features of The Phonemes English</a:t>
            </a:r>
          </a:p>
        </p:txBody>
      </p:sp>
      <p:sp>
        <p:nvSpPr>
          <p:cNvPr id="65539" name="Slide Number Placeholder 5">
            <a:extLst>
              <a:ext uri="{FF2B5EF4-FFF2-40B4-BE49-F238E27FC236}">
                <a16:creationId xmlns:a16="http://schemas.microsoft.com/office/drawing/2014/main" id="{AADB8FC4-7B03-7FF1-97CD-DB572B8D7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2AB2B2-8774-4DD6-A454-5D85AB476AC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6554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F0035AA-DF2F-ACDD-C71A-C360A8D33D1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65541" name="Picture 5">
            <a:extLst>
              <a:ext uri="{FF2B5EF4-FFF2-40B4-BE49-F238E27FC236}">
                <a16:creationId xmlns:a16="http://schemas.microsoft.com/office/drawing/2014/main" id="{2F052DCD-60F3-B77B-6491-2D7BCCFDC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TextBox 2">
            <a:extLst>
              <a:ext uri="{FF2B5EF4-FFF2-40B4-BE49-F238E27FC236}">
                <a16:creationId xmlns:a16="http://schemas.microsoft.com/office/drawing/2014/main" id="{995EE261-5344-3F6C-74B0-9D82E496C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616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/>
              <a:t>Definition of Distinctive Features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/>
              <a:t>Distinctive features are specific properties or attributes of speech sounds that contrast phonemes in a language.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/>
              <a:t>These features are crucial in phonological analysis and distinguishing between minimal pairs.</a:t>
            </a:r>
          </a:p>
          <a:p>
            <a:pPr lvl="1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60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/>
              <a:t>Role in Phonology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/>
              <a:t>Understanding distinctive features helps explain sound alternation, assimilation, and dissimilation patterns in phonological processes.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D9A85249-7102-029C-BB9D-D640FB837F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Distinctive Features of The Phonemes English</a:t>
            </a:r>
          </a:p>
        </p:txBody>
      </p:sp>
      <p:sp>
        <p:nvSpPr>
          <p:cNvPr id="67587" name="Slide Number Placeholder 5">
            <a:extLst>
              <a:ext uri="{FF2B5EF4-FFF2-40B4-BE49-F238E27FC236}">
                <a16:creationId xmlns:a16="http://schemas.microsoft.com/office/drawing/2014/main" id="{C885E451-7556-D761-BCC0-8FA828EA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F77AB1-1C8F-4432-A944-702FD8F11A6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/>
          </a:p>
        </p:txBody>
      </p:sp>
      <p:sp>
        <p:nvSpPr>
          <p:cNvPr id="6758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F542D9A-9451-76D9-CB08-12F448C8611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Voicing</a:t>
            </a:r>
            <a:endParaRPr lang="vi-VN" altLang="en-US" sz="2000" b="1"/>
          </a:p>
        </p:txBody>
      </p:sp>
      <p:pic>
        <p:nvPicPr>
          <p:cNvPr id="67589" name="Picture 5">
            <a:extLst>
              <a:ext uri="{FF2B5EF4-FFF2-40B4-BE49-F238E27FC236}">
                <a16:creationId xmlns:a16="http://schemas.microsoft.com/office/drawing/2014/main" id="{9135C902-6A01-8617-8962-4A0D01E83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0" name="TextBox 2">
            <a:extLst>
              <a:ext uri="{FF2B5EF4-FFF2-40B4-BE49-F238E27FC236}">
                <a16:creationId xmlns:a16="http://schemas.microsoft.com/office/drawing/2014/main" id="{B02C97A1-409E-01A9-B655-685E7413C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Voicing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Voicing refers to whether the vocal cords are vibrating during the production of a consonant.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Distinctive Feature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English contrasts voiced and voiceless consonants, such as /b/ (voiced) vs. /p/ (voiceless) and /z/ (voiced) vs. /s/ (voiceless).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Show spectrograms or waveforms of minimal pairs like "bat" /bæt/ (voiced) and "pat" /pæt/ (voiceless) to illustrate the voicing distinction.</a:t>
            </a:r>
            <a:endParaRPr lang="en-US" altLang="en-US"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0E9D9E94-871A-2795-E60C-95DC1E146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Distinctive Features of The Phonemes English</a:t>
            </a:r>
          </a:p>
        </p:txBody>
      </p:sp>
      <p:sp>
        <p:nvSpPr>
          <p:cNvPr id="69635" name="Slide Number Placeholder 5">
            <a:extLst>
              <a:ext uri="{FF2B5EF4-FFF2-40B4-BE49-F238E27FC236}">
                <a16:creationId xmlns:a16="http://schemas.microsoft.com/office/drawing/2014/main" id="{7B178397-0A60-C426-8335-9493F4664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F19B01-A3E0-4613-9856-12315E0CB47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/>
          </a:p>
        </p:txBody>
      </p:sp>
      <p:sp>
        <p:nvSpPr>
          <p:cNvPr id="6963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0372040-E59C-15C0-5137-6F3BEF100DF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Place of Articulation</a:t>
            </a:r>
            <a:endParaRPr lang="vi-VN" altLang="en-US" sz="2000" b="1"/>
          </a:p>
        </p:txBody>
      </p:sp>
      <p:pic>
        <p:nvPicPr>
          <p:cNvPr id="69637" name="Picture 5">
            <a:extLst>
              <a:ext uri="{FF2B5EF4-FFF2-40B4-BE49-F238E27FC236}">
                <a16:creationId xmlns:a16="http://schemas.microsoft.com/office/drawing/2014/main" id="{FA96B289-D155-1DFA-6B07-48D7AD83C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8" name="TextBox 2">
            <a:extLst>
              <a:ext uri="{FF2B5EF4-FFF2-40B4-BE49-F238E27FC236}">
                <a16:creationId xmlns:a16="http://schemas.microsoft.com/office/drawing/2014/main" id="{7BFC0B93-CD08-DCC4-D28D-5D26CD98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Place of Articulation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Place of articulation refers to where in the vocal tract the airflow is obstructed to produce a consonant sound.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Distinctive Features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English distinguishes consonants based on their place of articulation, such as bilabial (/p/, /b/), alveolar (/t/, /d/), and velar (/k/, /g/).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Contrast minimal pairs like "pat" /pæt/ (bilabial) and "tat" /tæt/ (alveolar) to highlight the place of articulation differences.</a:t>
            </a:r>
            <a:endParaRPr lang="en-US" altLang="en-US" sz="1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AD705B44-1E15-DF64-4F13-59BF261BE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Distinctive Features of The Phonemes English</a:t>
            </a:r>
          </a:p>
        </p:txBody>
      </p:sp>
      <p:sp>
        <p:nvSpPr>
          <p:cNvPr id="71683" name="Slide Number Placeholder 5">
            <a:extLst>
              <a:ext uri="{FF2B5EF4-FFF2-40B4-BE49-F238E27FC236}">
                <a16:creationId xmlns:a16="http://schemas.microsoft.com/office/drawing/2014/main" id="{F800E04F-C15B-FBE4-D6DD-0355C025D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7E2DAD-48C8-457D-A119-C1E7CE8C0DF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/>
          </a:p>
        </p:txBody>
      </p:sp>
      <p:sp>
        <p:nvSpPr>
          <p:cNvPr id="7168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F72BA9F-6A43-CAF4-3C30-E2402E1F174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Manner of Articulation</a:t>
            </a:r>
            <a:endParaRPr lang="vi-VN" altLang="en-US" sz="2000" b="1"/>
          </a:p>
        </p:txBody>
      </p:sp>
      <p:pic>
        <p:nvPicPr>
          <p:cNvPr id="71685" name="Picture 5">
            <a:extLst>
              <a:ext uri="{FF2B5EF4-FFF2-40B4-BE49-F238E27FC236}">
                <a16:creationId xmlns:a16="http://schemas.microsoft.com/office/drawing/2014/main" id="{4572E19E-B2E6-9858-B3E7-39B26ADA11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6" name="TextBox 2">
            <a:extLst>
              <a:ext uri="{FF2B5EF4-FFF2-40B4-BE49-F238E27FC236}">
                <a16:creationId xmlns:a16="http://schemas.microsoft.com/office/drawing/2014/main" id="{ECC6E664-53E5-4F5E-2CCC-797538589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Manner of Articulation: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Manner of articulation refers to how the airflow is modified to produce a consonant sound.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Distinctive Features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English includes stops (/p/, /t/, /k/), fricatives (/f/, /s/, /ʃ/), affricates (/tʃ/, /dʒ/), nasals (/m/, /n/, /ŋ/), and more based on manner of articulation.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Display spectrograms or waveforms of different consonant types (e.g., /p/ as a stop, /s/ as a fricative) to demonstrate manner of articulation.</a:t>
            </a:r>
            <a:endParaRPr lang="en-US" altLang="en-US" sz="1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A7171296-A6B9-CC6D-BF7E-BB1CE8829E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Distinctive Features of The Phonemes English</a:t>
            </a:r>
          </a:p>
        </p:txBody>
      </p:sp>
      <p:sp>
        <p:nvSpPr>
          <p:cNvPr id="73731" name="Slide Number Placeholder 5">
            <a:extLst>
              <a:ext uri="{FF2B5EF4-FFF2-40B4-BE49-F238E27FC236}">
                <a16:creationId xmlns:a16="http://schemas.microsoft.com/office/drawing/2014/main" id="{989F873B-0544-2EAB-9A77-35913EECC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A37D5C-B03D-4780-92A3-5B57ED2B5E3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  <p:sp>
        <p:nvSpPr>
          <p:cNvPr id="737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BADEC8F-8E96-46F8-0D2A-66B05FDC1A6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Nasality</a:t>
            </a:r>
            <a:endParaRPr lang="vi-VN" altLang="en-US" sz="2000" b="1"/>
          </a:p>
        </p:txBody>
      </p:sp>
      <p:pic>
        <p:nvPicPr>
          <p:cNvPr id="73733" name="Picture 5">
            <a:extLst>
              <a:ext uri="{FF2B5EF4-FFF2-40B4-BE49-F238E27FC236}">
                <a16:creationId xmlns:a16="http://schemas.microsoft.com/office/drawing/2014/main" id="{3C5F8AED-3A5F-20D1-D76A-B83BEA44F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4" name="TextBox 2">
            <a:extLst>
              <a:ext uri="{FF2B5EF4-FFF2-40B4-BE49-F238E27FC236}">
                <a16:creationId xmlns:a16="http://schemas.microsoft.com/office/drawing/2014/main" id="{35631730-7740-1E07-D5DE-1E6759C1C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Nasality: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Nasality refers to whether the airflow is directed through the nasal cavity (nasal sounds) or solely through the oral cavity (oral sounds).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Distinctive Features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English contrasts nasal consonants (/m/, /n/, /ŋ/) with their oral counterparts.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Show spectrograms or waveforms of words containing nasal sounds (e.g., "man" /mæn/) and contrast them with oral sounds (e.g., "pan" /pæn/).</a:t>
            </a:r>
            <a:endParaRPr lang="en-US" altLang="en-US" sz="16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A07532D3-8CA6-3CE4-888D-B032C0B7A6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Distinctive Features of The Phonemes English</a:t>
            </a:r>
          </a:p>
        </p:txBody>
      </p:sp>
      <p:sp>
        <p:nvSpPr>
          <p:cNvPr id="75779" name="Slide Number Placeholder 5">
            <a:extLst>
              <a:ext uri="{FF2B5EF4-FFF2-40B4-BE49-F238E27FC236}">
                <a16:creationId xmlns:a16="http://schemas.microsoft.com/office/drawing/2014/main" id="{18E7FFAB-550D-BC2C-7110-D52230E0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C46CBC-7C2E-4EC6-B7EA-80837BC1BC1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/>
          </a:p>
        </p:txBody>
      </p:sp>
      <p:sp>
        <p:nvSpPr>
          <p:cNvPr id="7578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55DE6CE-B401-0038-87B2-8F1E511FA20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Vowel Height</a:t>
            </a:r>
            <a:endParaRPr lang="vi-VN" altLang="en-US" sz="2000" b="1"/>
          </a:p>
        </p:txBody>
      </p:sp>
      <p:pic>
        <p:nvPicPr>
          <p:cNvPr id="75781" name="Picture 5">
            <a:extLst>
              <a:ext uri="{FF2B5EF4-FFF2-40B4-BE49-F238E27FC236}">
                <a16:creationId xmlns:a16="http://schemas.microsoft.com/office/drawing/2014/main" id="{61FB7397-FD22-D0FC-78AC-25E8C8730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2" name="TextBox 2">
            <a:extLst>
              <a:ext uri="{FF2B5EF4-FFF2-40B4-BE49-F238E27FC236}">
                <a16:creationId xmlns:a16="http://schemas.microsoft.com/office/drawing/2014/main" id="{FC73770D-FBBE-CF68-42E2-9302B418C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Vowel Height: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Vowel height refers to the position of the tongue in the mouth relative to the palate when producing a vowel.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Distinctive Features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English vowels can be high (/i/, /u/), mid (/ɛ/, /ʌ/), or low (/æ/, /ɑ/) based on vowel height.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Compare spectrograms or vowel diagrams of high (/i/ in "see"), mid (/ʌ/ in "but"), and low (/ɑ/ in "father") vowels to illustrate vowel height distinctions.</a:t>
            </a:r>
            <a:endParaRPr lang="en-US" altLang="en-US" sz="1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1F517CAE-EB8D-CF67-9FDA-5C67AE47AC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Distinctive Features of The Phonemes English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359855D3-59BF-7A4A-37DA-6FD42F642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00C0C4-4315-4B04-92A5-3B4BAD8C743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0C4AFAD-632F-5ED3-AA01-7E46E19DE8F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Vowel Backness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5B6FDE12-C6C5-658C-DF59-E24226A0D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2">
            <a:extLst>
              <a:ext uri="{FF2B5EF4-FFF2-40B4-BE49-F238E27FC236}">
                <a16:creationId xmlns:a16="http://schemas.microsoft.com/office/drawing/2014/main" id="{E08BBE16-3F55-8BA0-D887-7E644CB34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Vowel Backness: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Vowel backness refers to the tongue’s position in the mouth along the front-back axis when producing a vowel.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Distinctive Features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English vowels can be front (/i/, /ɛ/), central (/ʌ/, /ə/), or back (/u/, /ɔ/) based on vowel backness.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To illustrate vowel backness distinctions, show spectrograms or vowel diagrams of the front (/i/ in "see"), central (/ʌ/ in "but"), and back (/ɔ/ in "thought") vowels.</a:t>
            </a:r>
            <a:endParaRPr lang="en-US" altLang="en-US"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44347F7E-4707-D0AD-7BCA-419C05D3B2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000"/>
              <a:t>Distinctive Features of The Phonemes English</a:t>
            </a:r>
          </a:p>
        </p:txBody>
      </p:sp>
      <p:sp>
        <p:nvSpPr>
          <p:cNvPr id="79875" name="Slide Number Placeholder 5">
            <a:extLst>
              <a:ext uri="{FF2B5EF4-FFF2-40B4-BE49-F238E27FC236}">
                <a16:creationId xmlns:a16="http://schemas.microsoft.com/office/drawing/2014/main" id="{E4A39042-5504-08B8-C8BC-ED7EEE789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8488B7-E877-4D97-A9DF-586018F80DE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400"/>
          </a:p>
        </p:txBody>
      </p:sp>
      <p:sp>
        <p:nvSpPr>
          <p:cNvPr id="7987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757FC51-66F6-8F57-E157-7192F8914AD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Rhoticity</a:t>
            </a:r>
            <a:endParaRPr lang="vi-VN" altLang="en-US" sz="2000" b="1"/>
          </a:p>
        </p:txBody>
      </p:sp>
      <p:pic>
        <p:nvPicPr>
          <p:cNvPr id="79877" name="Picture 5">
            <a:extLst>
              <a:ext uri="{FF2B5EF4-FFF2-40B4-BE49-F238E27FC236}">
                <a16:creationId xmlns:a16="http://schemas.microsoft.com/office/drawing/2014/main" id="{46642614-AB1D-BBC5-5C0C-2CD9C7085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8" name="TextBox 2">
            <a:extLst>
              <a:ext uri="{FF2B5EF4-FFF2-40B4-BE49-F238E27FC236}">
                <a16:creationId xmlns:a16="http://schemas.microsoft.com/office/drawing/2014/main" id="{33D25116-5A82-D651-5157-CE6A02DCA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Definition of Rhoticity: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Rhoticity refers to the presence or absence of the rhotic consonant /r/ in the pronunciation of vowels.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Distinctive Features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English dialects vary in rhoticity, where the pronunciation of vowels can differ significantly depending on the presence or absence of /r/.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Example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Contrast American English "car" /kɑr/ (rhotic) with British English "car" /kɑː/ (non-rhotic) to demonstrate rhoticity differences.</a:t>
            </a:r>
            <a:endParaRPr lang="en-US" altLang="en-US" sz="1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922F91CB-6AC4-9E8D-71A2-7EC221444D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124200"/>
            <a:ext cx="6705600" cy="1143000"/>
          </a:xfrm>
        </p:spPr>
        <p:txBody>
          <a:bodyPr/>
          <a:lstStyle/>
          <a:p>
            <a:pPr algn="ctr"/>
            <a:r>
              <a:rPr lang="vi-VN" altLang="en-US"/>
              <a:t>Q &amp; A</a:t>
            </a:r>
            <a:endParaRPr lang="en-US" altLang="en-US"/>
          </a:p>
        </p:txBody>
      </p:sp>
      <p:sp>
        <p:nvSpPr>
          <p:cNvPr id="81923" name="Slide Number Placeholder 6">
            <a:extLst>
              <a:ext uri="{FF2B5EF4-FFF2-40B4-BE49-F238E27FC236}">
                <a16:creationId xmlns:a16="http://schemas.microsoft.com/office/drawing/2014/main" id="{2CF074C5-65EA-254A-7634-82E9955F0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E5AADD-CA82-4B9F-A012-66ACB0251D8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400"/>
          </a:p>
        </p:txBody>
      </p:sp>
      <p:pic>
        <p:nvPicPr>
          <p:cNvPr id="81924" name="Picture 3">
            <a:extLst>
              <a:ext uri="{FF2B5EF4-FFF2-40B4-BE49-F238E27FC236}">
                <a16:creationId xmlns:a16="http://schemas.microsoft.com/office/drawing/2014/main" id="{53E59DA5-D1E7-42C0-841D-498440ABE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4051</TotalTime>
  <Words>2067</Words>
  <Application>Microsoft Office PowerPoint</Application>
  <PresentationFormat>On-screen Show (4:3)</PresentationFormat>
  <Paragraphs>357</Paragraphs>
  <Slides>39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Tahoma</vt:lpstr>
      <vt:lpstr>MS PGothic</vt:lpstr>
      <vt:lpstr>Arial</vt:lpstr>
      <vt:lpstr>Wingdings</vt:lpstr>
      <vt:lpstr>Times New Roman</vt:lpstr>
      <vt:lpstr>Blueprint</vt:lpstr>
      <vt:lpstr>Human Speech Production</vt:lpstr>
      <vt:lpstr>Contents</vt:lpstr>
      <vt:lpstr>The Process of Speech Production</vt:lpstr>
      <vt:lpstr>The Process of Speech Production</vt:lpstr>
      <vt:lpstr>The Process of Speech Production</vt:lpstr>
      <vt:lpstr>The Process of Speech Production</vt:lpstr>
      <vt:lpstr>The Process of Speech Production</vt:lpstr>
      <vt:lpstr>The Process of Speech Production</vt:lpstr>
      <vt:lpstr>The Process of Speech Production</vt:lpstr>
      <vt:lpstr>The Process of Speech Production</vt:lpstr>
      <vt:lpstr>The Process of Speech Production</vt:lpstr>
      <vt:lpstr>The Process of Speech Production</vt:lpstr>
      <vt:lpstr>The Process of Speech Production</vt:lpstr>
      <vt:lpstr>The Process of Speech Production</vt:lpstr>
      <vt:lpstr>Short-Time Fourier Representation of Speech</vt:lpstr>
      <vt:lpstr>Short-Time Fourier Representation of Speech</vt:lpstr>
      <vt:lpstr>Short-Time Fourier Representation of Speech</vt:lpstr>
      <vt:lpstr>Short-Time Fourier Representation of Speech</vt:lpstr>
      <vt:lpstr>Short-Time Fourier Representation of Speech</vt:lpstr>
      <vt:lpstr>Short-Time Fourier Representation of Speech</vt:lpstr>
      <vt:lpstr>Short-Time Fourier Representation of Speech</vt:lpstr>
      <vt:lpstr>Short-Time Fourier Representation of Speech</vt:lpstr>
      <vt:lpstr>Acoustic Phonetics</vt:lpstr>
      <vt:lpstr>Acoustic Phonetics</vt:lpstr>
      <vt:lpstr>Acoustic Phonetics</vt:lpstr>
      <vt:lpstr>Acoustic Phonetics</vt:lpstr>
      <vt:lpstr>Acoustic Phonetics</vt:lpstr>
      <vt:lpstr>Acoustic Phonetics</vt:lpstr>
      <vt:lpstr>Acoustic Phonetics</vt:lpstr>
      <vt:lpstr>Distinctive Features of The Phonemes English</vt:lpstr>
      <vt:lpstr>Distinctive Features of The Phonemes English</vt:lpstr>
      <vt:lpstr>Distinctive Features of The Phonemes English</vt:lpstr>
      <vt:lpstr>Distinctive Features of The Phonemes English</vt:lpstr>
      <vt:lpstr>Distinctive Features of The Phonemes English</vt:lpstr>
      <vt:lpstr>Distinctive Features of The Phonemes English</vt:lpstr>
      <vt:lpstr>Distinctive Features of The Phonemes English</vt:lpstr>
      <vt:lpstr>Distinctive Features of The Phonemes English</vt:lpstr>
      <vt:lpstr>Distinctive Features of The Phonemes English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Tittlehere</dc:title>
  <dc:subject/>
  <dc:creator>Microsoft Office User</dc:creator>
  <cp:keywords/>
  <dc:description/>
  <cp:lastModifiedBy>vu.khoi</cp:lastModifiedBy>
  <cp:revision>190</cp:revision>
  <dcterms:created xsi:type="dcterms:W3CDTF">2022-10-28T07:26:15Z</dcterms:created>
  <dcterms:modified xsi:type="dcterms:W3CDTF">2026-05-17T13:44:10Z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